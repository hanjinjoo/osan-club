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5" r:id="rId6"/>
    <p:sldId id="260" r:id="rId7"/>
    <p:sldId id="261" r:id="rId8"/>
    <p:sldId id="262" r:id="rId9"/>
    <p:sldId id="263" r:id="rId10"/>
    <p:sldId id="264" r:id="rId11"/>
  </p:sldIdLst>
  <p:sldSz cx="18288000" cy="10287000"/>
  <p:notesSz cx="10287000" cy="1828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8E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81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66F1F-CE9B-4651-A6AA-CD717754106B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har char="•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166F1F-CE9B-4651-A6AA-CD717754106B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021451-1387-4CA6-816F-3879F97B5CB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�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�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image" Target="../media/image11.png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9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3.png"/><Relationship Id="rId18" Type="http://schemas.openxmlformats.org/officeDocument/2006/relationships/image" Target="../media/image38.png"/><Relationship Id="rId26" Type="http://schemas.openxmlformats.org/officeDocument/2006/relationships/image" Target="../media/image44.png"/><Relationship Id="rId3" Type="http://schemas.openxmlformats.org/officeDocument/2006/relationships/image" Target="../media/image25.png"/><Relationship Id="rId21" Type="http://schemas.openxmlformats.org/officeDocument/2006/relationships/image" Target="../media/image41.png"/><Relationship Id="rId7" Type="http://schemas.openxmlformats.org/officeDocument/2006/relationships/image" Target="../media/image29.png"/><Relationship Id="rId12" Type="http://schemas.openxmlformats.org/officeDocument/2006/relationships/image" Target="../media/image20.png"/><Relationship Id="rId17" Type="http://schemas.openxmlformats.org/officeDocument/2006/relationships/image" Target="../media/image37.png"/><Relationship Id="rId25" Type="http://schemas.openxmlformats.org/officeDocument/2006/relationships/image" Target="../media/image43.png"/><Relationship Id="rId2" Type="http://schemas.openxmlformats.org/officeDocument/2006/relationships/image" Target="../media/image11.png"/><Relationship Id="rId16" Type="http://schemas.openxmlformats.org/officeDocument/2006/relationships/image" Target="../media/image36.png"/><Relationship Id="rId20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17.png"/><Relationship Id="rId24" Type="http://schemas.openxmlformats.org/officeDocument/2006/relationships/image" Target="../media/image21.png"/><Relationship Id="rId5" Type="http://schemas.openxmlformats.org/officeDocument/2006/relationships/image" Target="../media/image27.png"/><Relationship Id="rId15" Type="http://schemas.openxmlformats.org/officeDocument/2006/relationships/image" Target="../media/image35.png"/><Relationship Id="rId23" Type="http://schemas.openxmlformats.org/officeDocument/2006/relationships/image" Target="../media/image18.png"/><Relationship Id="rId10" Type="http://schemas.openxmlformats.org/officeDocument/2006/relationships/image" Target="../media/image32.png"/><Relationship Id="rId19" Type="http://schemas.openxmlformats.org/officeDocument/2006/relationships/image" Target="../media/image39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4.png"/><Relationship Id="rId22" Type="http://schemas.openxmlformats.org/officeDocument/2006/relationships/image" Target="../media/image42.png"/><Relationship Id="rId27" Type="http://schemas.openxmlformats.org/officeDocument/2006/relationships/image" Target="../media/image4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5.png"/><Relationship Id="rId18" Type="http://schemas.openxmlformats.org/officeDocument/2006/relationships/image" Target="../media/image60.png"/><Relationship Id="rId26" Type="http://schemas.openxmlformats.org/officeDocument/2006/relationships/image" Target="../media/image68.png"/><Relationship Id="rId3" Type="http://schemas.openxmlformats.org/officeDocument/2006/relationships/image" Target="../media/image46.png"/><Relationship Id="rId21" Type="http://schemas.openxmlformats.org/officeDocument/2006/relationships/image" Target="../media/image63.png"/><Relationship Id="rId7" Type="http://schemas.openxmlformats.org/officeDocument/2006/relationships/image" Target="../media/image49.png"/><Relationship Id="rId12" Type="http://schemas.openxmlformats.org/officeDocument/2006/relationships/image" Target="../media/image54.png"/><Relationship Id="rId17" Type="http://schemas.openxmlformats.org/officeDocument/2006/relationships/image" Target="../media/image59.png"/><Relationship Id="rId25" Type="http://schemas.openxmlformats.org/officeDocument/2006/relationships/image" Target="../media/image67.png"/><Relationship Id="rId2" Type="http://schemas.openxmlformats.org/officeDocument/2006/relationships/image" Target="../media/image11.png"/><Relationship Id="rId16" Type="http://schemas.openxmlformats.org/officeDocument/2006/relationships/image" Target="../media/image58.png"/><Relationship Id="rId20" Type="http://schemas.openxmlformats.org/officeDocument/2006/relationships/image" Target="../media/image6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11" Type="http://schemas.openxmlformats.org/officeDocument/2006/relationships/image" Target="../media/image53.png"/><Relationship Id="rId24" Type="http://schemas.openxmlformats.org/officeDocument/2006/relationships/image" Target="../media/image66.png"/><Relationship Id="rId5" Type="http://schemas.openxmlformats.org/officeDocument/2006/relationships/image" Target="../media/image47.png"/><Relationship Id="rId15" Type="http://schemas.openxmlformats.org/officeDocument/2006/relationships/image" Target="../media/image57.png"/><Relationship Id="rId23" Type="http://schemas.openxmlformats.org/officeDocument/2006/relationships/image" Target="../media/image65.png"/><Relationship Id="rId28" Type="http://schemas.openxmlformats.org/officeDocument/2006/relationships/image" Target="../media/image70.png"/><Relationship Id="rId10" Type="http://schemas.openxmlformats.org/officeDocument/2006/relationships/image" Target="../media/image52.png"/><Relationship Id="rId19" Type="http://schemas.openxmlformats.org/officeDocument/2006/relationships/image" Target="../media/image61.png"/><Relationship Id="rId4" Type="http://schemas.openxmlformats.org/officeDocument/2006/relationships/image" Target="../media/image26.png"/><Relationship Id="rId9" Type="http://schemas.openxmlformats.org/officeDocument/2006/relationships/image" Target="../media/image51.png"/><Relationship Id="rId14" Type="http://schemas.openxmlformats.org/officeDocument/2006/relationships/image" Target="../media/image56.png"/><Relationship Id="rId22" Type="http://schemas.openxmlformats.org/officeDocument/2006/relationships/image" Target="../media/image64.png"/><Relationship Id="rId27" Type="http://schemas.openxmlformats.org/officeDocument/2006/relationships/image" Target="../media/image6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26.png"/><Relationship Id="rId7" Type="http://schemas.openxmlformats.org/officeDocument/2006/relationships/image" Target="../media/image5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11" Type="http://schemas.openxmlformats.org/officeDocument/2006/relationships/image" Target="../media/image71.png"/><Relationship Id="rId5" Type="http://schemas.openxmlformats.org/officeDocument/2006/relationships/image" Target="../media/image48.png"/><Relationship Id="rId10" Type="http://schemas.openxmlformats.org/officeDocument/2006/relationships/image" Target="../media/image67.png"/><Relationship Id="rId4" Type="http://schemas.openxmlformats.org/officeDocument/2006/relationships/image" Target="../media/image47.png"/><Relationship Id="rId9" Type="http://schemas.openxmlformats.org/officeDocument/2006/relationships/image" Target="../media/image5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13" Type="http://schemas.openxmlformats.org/officeDocument/2006/relationships/image" Target="../media/image81.png"/><Relationship Id="rId18" Type="http://schemas.openxmlformats.org/officeDocument/2006/relationships/image" Target="../media/image85.png"/><Relationship Id="rId3" Type="http://schemas.openxmlformats.org/officeDocument/2006/relationships/image" Target="../media/image72.png"/><Relationship Id="rId21" Type="http://schemas.openxmlformats.org/officeDocument/2006/relationships/image" Target="../media/image88.png"/><Relationship Id="rId7" Type="http://schemas.openxmlformats.org/officeDocument/2006/relationships/image" Target="../media/image75.png"/><Relationship Id="rId12" Type="http://schemas.openxmlformats.org/officeDocument/2006/relationships/image" Target="../media/image80.png"/><Relationship Id="rId17" Type="http://schemas.openxmlformats.org/officeDocument/2006/relationships/image" Target="../media/image84.png"/><Relationship Id="rId2" Type="http://schemas.openxmlformats.org/officeDocument/2006/relationships/image" Target="../media/image11.png"/><Relationship Id="rId16" Type="http://schemas.openxmlformats.org/officeDocument/2006/relationships/image" Target="../media/image83.png"/><Relationship Id="rId20" Type="http://schemas.openxmlformats.org/officeDocument/2006/relationships/image" Target="../media/image8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4.png"/><Relationship Id="rId11" Type="http://schemas.openxmlformats.org/officeDocument/2006/relationships/image" Target="../media/image79.png"/><Relationship Id="rId5" Type="http://schemas.openxmlformats.org/officeDocument/2006/relationships/image" Target="../media/image26.png"/><Relationship Id="rId15" Type="http://schemas.openxmlformats.org/officeDocument/2006/relationships/image" Target="../media/image71.png"/><Relationship Id="rId23" Type="http://schemas.openxmlformats.org/officeDocument/2006/relationships/image" Target="../media/image90.png"/><Relationship Id="rId10" Type="http://schemas.openxmlformats.org/officeDocument/2006/relationships/image" Target="../media/image78.png"/><Relationship Id="rId19" Type="http://schemas.openxmlformats.org/officeDocument/2006/relationships/image" Target="../media/image86.png"/><Relationship Id="rId4" Type="http://schemas.openxmlformats.org/officeDocument/2006/relationships/image" Target="../media/image73.png"/><Relationship Id="rId9" Type="http://schemas.openxmlformats.org/officeDocument/2006/relationships/image" Target="../media/image77.png"/><Relationship Id="rId14" Type="http://schemas.openxmlformats.org/officeDocument/2006/relationships/image" Target="../media/image82.png"/><Relationship Id="rId22" Type="http://schemas.openxmlformats.org/officeDocument/2006/relationships/image" Target="../media/image8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13" Type="http://schemas.openxmlformats.org/officeDocument/2006/relationships/image" Target="../media/image99.png"/><Relationship Id="rId3" Type="http://schemas.openxmlformats.org/officeDocument/2006/relationships/image" Target="../media/image91.png"/><Relationship Id="rId7" Type="http://schemas.openxmlformats.org/officeDocument/2006/relationships/image" Target="../media/image94.png"/><Relationship Id="rId12" Type="http://schemas.openxmlformats.org/officeDocument/2006/relationships/image" Target="../media/image98.png"/><Relationship Id="rId2" Type="http://schemas.openxmlformats.org/officeDocument/2006/relationships/image" Target="../media/image11.png"/><Relationship Id="rId16" Type="http://schemas.openxmlformats.org/officeDocument/2006/relationships/image" Target="../media/image10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3.png"/><Relationship Id="rId11" Type="http://schemas.openxmlformats.org/officeDocument/2006/relationships/image" Target="../media/image97.png"/><Relationship Id="rId5" Type="http://schemas.openxmlformats.org/officeDocument/2006/relationships/image" Target="../media/image92.png"/><Relationship Id="rId15" Type="http://schemas.openxmlformats.org/officeDocument/2006/relationships/image" Target="../media/image101.png"/><Relationship Id="rId10" Type="http://schemas.openxmlformats.org/officeDocument/2006/relationships/image" Target="../media/image96.png"/><Relationship Id="rId4" Type="http://schemas.openxmlformats.org/officeDocument/2006/relationships/image" Target="../media/image26.png"/><Relationship Id="rId9" Type="http://schemas.openxmlformats.org/officeDocument/2006/relationships/image" Target="../media/image76.png"/><Relationship Id="rId14" Type="http://schemas.openxmlformats.org/officeDocument/2006/relationships/image" Target="../media/image10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13" Type="http://schemas.openxmlformats.org/officeDocument/2006/relationships/image" Target="../media/image112.png"/><Relationship Id="rId18" Type="http://schemas.openxmlformats.org/officeDocument/2006/relationships/image" Target="../media/image117.png"/><Relationship Id="rId3" Type="http://schemas.openxmlformats.org/officeDocument/2006/relationships/image" Target="../media/image103.png"/><Relationship Id="rId21" Type="http://schemas.openxmlformats.org/officeDocument/2006/relationships/image" Target="../media/image120.png"/><Relationship Id="rId7" Type="http://schemas.openxmlformats.org/officeDocument/2006/relationships/image" Target="../media/image106.png"/><Relationship Id="rId12" Type="http://schemas.openxmlformats.org/officeDocument/2006/relationships/image" Target="../media/image111.png"/><Relationship Id="rId17" Type="http://schemas.openxmlformats.org/officeDocument/2006/relationships/image" Target="../media/image116.png"/><Relationship Id="rId2" Type="http://schemas.openxmlformats.org/officeDocument/2006/relationships/image" Target="../media/image11.png"/><Relationship Id="rId16" Type="http://schemas.openxmlformats.org/officeDocument/2006/relationships/image" Target="../media/image115.png"/><Relationship Id="rId20" Type="http://schemas.openxmlformats.org/officeDocument/2006/relationships/image" Target="../media/image1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5.png"/><Relationship Id="rId11" Type="http://schemas.openxmlformats.org/officeDocument/2006/relationships/image" Target="../media/image110.png"/><Relationship Id="rId24" Type="http://schemas.openxmlformats.org/officeDocument/2006/relationships/image" Target="../media/image123.png"/><Relationship Id="rId5" Type="http://schemas.openxmlformats.org/officeDocument/2006/relationships/image" Target="../media/image104.png"/><Relationship Id="rId15" Type="http://schemas.openxmlformats.org/officeDocument/2006/relationships/image" Target="../media/image114.png"/><Relationship Id="rId23" Type="http://schemas.openxmlformats.org/officeDocument/2006/relationships/image" Target="../media/image122.png"/><Relationship Id="rId10" Type="http://schemas.openxmlformats.org/officeDocument/2006/relationships/image" Target="../media/image109.png"/><Relationship Id="rId19" Type="http://schemas.openxmlformats.org/officeDocument/2006/relationships/image" Target="../media/image118.png"/><Relationship Id="rId4" Type="http://schemas.openxmlformats.org/officeDocument/2006/relationships/image" Target="../media/image26.png"/><Relationship Id="rId9" Type="http://schemas.openxmlformats.org/officeDocument/2006/relationships/image" Target="../media/image108.png"/><Relationship Id="rId14" Type="http://schemas.openxmlformats.org/officeDocument/2006/relationships/image" Target="../media/image113.png"/><Relationship Id="rId22" Type="http://schemas.openxmlformats.org/officeDocument/2006/relationships/image" Target="../media/image12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png"/><Relationship Id="rId13" Type="http://schemas.openxmlformats.org/officeDocument/2006/relationships/image" Target="../media/image132.png"/><Relationship Id="rId18" Type="http://schemas.openxmlformats.org/officeDocument/2006/relationships/image" Target="../media/image137.png"/><Relationship Id="rId3" Type="http://schemas.openxmlformats.org/officeDocument/2006/relationships/image" Target="../media/image124.png"/><Relationship Id="rId7" Type="http://schemas.openxmlformats.org/officeDocument/2006/relationships/image" Target="../media/image127.png"/><Relationship Id="rId12" Type="http://schemas.openxmlformats.org/officeDocument/2006/relationships/image" Target="../media/image131.png"/><Relationship Id="rId17" Type="http://schemas.openxmlformats.org/officeDocument/2006/relationships/image" Target="../media/image136.png"/><Relationship Id="rId2" Type="http://schemas.openxmlformats.org/officeDocument/2006/relationships/image" Target="../media/image11.png"/><Relationship Id="rId16" Type="http://schemas.openxmlformats.org/officeDocument/2006/relationships/image" Target="../media/image1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6.png"/><Relationship Id="rId11" Type="http://schemas.openxmlformats.org/officeDocument/2006/relationships/image" Target="../media/image130.png"/><Relationship Id="rId5" Type="http://schemas.openxmlformats.org/officeDocument/2006/relationships/image" Target="../media/image125.png"/><Relationship Id="rId15" Type="http://schemas.openxmlformats.org/officeDocument/2006/relationships/image" Target="../media/image134.png"/><Relationship Id="rId10" Type="http://schemas.openxmlformats.org/officeDocument/2006/relationships/image" Target="../media/image76.png"/><Relationship Id="rId19" Type="http://schemas.openxmlformats.org/officeDocument/2006/relationships/image" Target="../media/image138.png"/><Relationship Id="rId4" Type="http://schemas.openxmlformats.org/officeDocument/2006/relationships/image" Target="../media/image26.png"/><Relationship Id="rId9" Type="http://schemas.openxmlformats.org/officeDocument/2006/relationships/image" Target="../media/image129.png"/><Relationship Id="rId14" Type="http://schemas.openxmlformats.org/officeDocument/2006/relationships/image" Target="../media/image13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png"/><Relationship Id="rId13" Type="http://schemas.openxmlformats.org/officeDocument/2006/relationships/image" Target="../media/image149.png"/><Relationship Id="rId3" Type="http://schemas.openxmlformats.org/officeDocument/2006/relationships/image" Target="../media/image139.png"/><Relationship Id="rId7" Type="http://schemas.openxmlformats.org/officeDocument/2006/relationships/image" Target="../media/image143.png"/><Relationship Id="rId12" Type="http://schemas.openxmlformats.org/officeDocument/2006/relationships/image" Target="../media/image148.png"/><Relationship Id="rId17" Type="http://schemas.openxmlformats.org/officeDocument/2006/relationships/image" Target="../media/image152.png"/><Relationship Id="rId2" Type="http://schemas.openxmlformats.org/officeDocument/2006/relationships/image" Target="../media/image1.png"/><Relationship Id="rId16" Type="http://schemas.openxmlformats.org/officeDocument/2006/relationships/image" Target="../media/image15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2.png"/><Relationship Id="rId11" Type="http://schemas.openxmlformats.org/officeDocument/2006/relationships/image" Target="../media/image147.png"/><Relationship Id="rId5" Type="http://schemas.openxmlformats.org/officeDocument/2006/relationships/image" Target="../media/image141.png"/><Relationship Id="rId15" Type="http://schemas.openxmlformats.org/officeDocument/2006/relationships/image" Target="../media/image9.png"/><Relationship Id="rId10" Type="http://schemas.openxmlformats.org/officeDocument/2006/relationships/image" Target="../media/image146.png"/><Relationship Id="rId4" Type="http://schemas.openxmlformats.org/officeDocument/2006/relationships/image" Target="../media/image140.png"/><Relationship Id="rId9" Type="http://schemas.openxmlformats.org/officeDocument/2006/relationships/image" Target="../media/image145.png"/><Relationship Id="rId14" Type="http://schemas.openxmlformats.org/officeDocument/2006/relationships/image" Target="../media/image1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76021" y="394766"/>
            <a:ext cx="17533673" cy="9496183"/>
            <a:chOff x="376021" y="394766"/>
            <a:chExt cx="17533673" cy="9496183"/>
          </a:xfrm>
          <a:solidFill>
            <a:srgbClr val="B8E9FF"/>
          </a:solidFill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6021" y="394766"/>
              <a:ext cx="17533673" cy="9496183"/>
            </a:xfrm>
            <a:prstGeom prst="rect">
              <a:avLst/>
            </a:prstGeom>
            <a:grpFill/>
          </p:spPr>
        </p:pic>
      </p:grpSp>
      <p:grpSp>
        <p:nvGrpSpPr>
          <p:cNvPr id="1002" name="그룹 1002"/>
          <p:cNvGrpSpPr/>
          <p:nvPr/>
        </p:nvGrpSpPr>
        <p:grpSpPr>
          <a:xfrm>
            <a:off x="4927037" y="2490403"/>
            <a:ext cx="9023517" cy="2025131"/>
            <a:chOff x="4927037" y="2490403"/>
            <a:chExt cx="9023517" cy="2025131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27037" y="2490403"/>
              <a:ext cx="9023517" cy="2025131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7403400" y="5934780"/>
            <a:ext cx="8791578" cy="2025131"/>
            <a:chOff x="7403400" y="5934780"/>
            <a:chExt cx="8791578" cy="2025131"/>
          </a:xfrm>
        </p:grpSpPr>
        <p:pic>
          <p:nvPicPr>
            <p:cNvPr id="10" name="Object 9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03400" y="5934780"/>
              <a:ext cx="8791578" cy="2025131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2063405" y="4203790"/>
            <a:ext cx="11205107" cy="2025131"/>
            <a:chOff x="2063405" y="4203790"/>
            <a:chExt cx="11205107" cy="2025131"/>
          </a:xfrm>
        </p:grpSpPr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63405" y="4203790"/>
              <a:ext cx="11205107" cy="2025131"/>
            </a:xfrm>
            <a:prstGeom prst="rect">
              <a:avLst/>
            </a:prstGeom>
          </p:spPr>
        </p:pic>
      </p:grpSp>
      <p:pic>
        <p:nvPicPr>
          <p:cNvPr id="16" name="Object 15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520634" y="4067682"/>
            <a:ext cx="12336578" cy="2879663"/>
          </a:xfrm>
          <a:prstGeom prst="rect">
            <a:avLst/>
          </a:prstGeom>
        </p:spPr>
      </p:pic>
      <p:grpSp>
        <p:nvGrpSpPr>
          <p:cNvPr id="1005" name="그룹 1005"/>
          <p:cNvGrpSpPr/>
          <p:nvPr/>
        </p:nvGrpSpPr>
        <p:grpSpPr>
          <a:xfrm>
            <a:off x="3174619" y="1544177"/>
            <a:ext cx="2676410" cy="2025131"/>
            <a:chOff x="3174619" y="1544177"/>
            <a:chExt cx="2676410" cy="2025131"/>
          </a:xfrm>
        </p:grpSpPr>
        <p:pic>
          <p:nvPicPr>
            <p:cNvPr id="19" name="Object 18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74619" y="1544177"/>
              <a:ext cx="2676410" cy="2025131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14325640" y="6100038"/>
            <a:ext cx="2387758" cy="2470763"/>
            <a:chOff x="14325640" y="6100038"/>
            <a:chExt cx="2387758" cy="2470763"/>
          </a:xfrm>
        </p:grpSpPr>
        <p:pic>
          <p:nvPicPr>
            <p:cNvPr id="22" name="Object 21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325640" y="6100038"/>
              <a:ext cx="2387758" cy="2470763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13925719" y="3876546"/>
            <a:ext cx="1361997" cy="1558004"/>
            <a:chOff x="13925719" y="3876546"/>
            <a:chExt cx="1361997" cy="1558004"/>
          </a:xfrm>
        </p:grpSpPr>
        <p:pic>
          <p:nvPicPr>
            <p:cNvPr id="25" name="Object 24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925719" y="3876546"/>
              <a:ext cx="1361997" cy="1558004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14606717" y="582524"/>
            <a:ext cx="3075943" cy="723760"/>
            <a:chOff x="14606717" y="582524"/>
            <a:chExt cx="3075943" cy="723760"/>
          </a:xfrm>
        </p:grpSpPr>
        <p:pic>
          <p:nvPicPr>
            <p:cNvPr id="28" name="Object 27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4606717" y="582524"/>
              <a:ext cx="3075943" cy="723760"/>
            </a:xfrm>
            <a:prstGeom prst="rect">
              <a:avLst/>
            </a:prstGeom>
          </p:spPr>
        </p:pic>
      </p:grpSp>
      <p:pic>
        <p:nvPicPr>
          <p:cNvPr id="30" name="Object 29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3052577" y="809562"/>
            <a:ext cx="3465025" cy="37531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24816" y="2643361"/>
            <a:ext cx="716258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G꼬딕씨 99g" panose="02020603020101020101" pitchFamily="18" charset="-127"/>
                <a:ea typeface="HG꼬딕씨 99g" panose="02020603020101020101" pitchFamily="18" charset="-127"/>
              </a:rPr>
              <a:t>2026</a:t>
            </a:r>
            <a:r>
              <a:rPr lang="ko-KR" altLang="en-US" sz="8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G꼬딕씨 99g" panose="02020603020101020101" pitchFamily="18" charset="-127"/>
                <a:ea typeface="HG꼬딕씨 99g" panose="02020603020101020101" pitchFamily="18" charset="-127"/>
              </a:rPr>
              <a:t>학년도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A19BB2-25E2-078F-0E82-01C12F9A5C49}"/>
              </a:ext>
            </a:extLst>
          </p:cNvPr>
          <p:cNvSpPr txBox="1"/>
          <p:nvPr/>
        </p:nvSpPr>
        <p:spPr>
          <a:xfrm>
            <a:off x="8346211" y="6291624"/>
            <a:ext cx="599701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G꼬딕씨 99g" panose="02020603020101020101" pitchFamily="18" charset="-127"/>
                <a:ea typeface="HG꼬딕씨 99g" panose="02020603020101020101" pitchFamily="18" charset="-127"/>
              </a:rPr>
              <a:t>성과공유회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9C3EA2-F50F-7A77-84B9-E66995E50DA6}"/>
              </a:ext>
            </a:extLst>
          </p:cNvPr>
          <p:cNvSpPr txBox="1"/>
          <p:nvPr/>
        </p:nvSpPr>
        <p:spPr>
          <a:xfrm>
            <a:off x="7403400" y="8646712"/>
            <a:ext cx="227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G꼬딕씨 99g" panose="02020603020101020101" pitchFamily="18" charset="-127"/>
                <a:ea typeface="HG꼬딕씨 99g" panose="02020603020101020101" pitchFamily="18" charset="-127"/>
              </a:rPr>
              <a:t>동아리명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B8E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76021" y="394766"/>
            <a:ext cx="17533673" cy="9496183"/>
            <a:chOff x="376021" y="394766"/>
            <a:chExt cx="17533673" cy="9496183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6021" y="394766"/>
              <a:ext cx="17533673" cy="9496183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311871" y="1222880"/>
            <a:ext cx="11534946" cy="2025131"/>
            <a:chOff x="1311871" y="1222880"/>
            <a:chExt cx="11534946" cy="2025131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11871" y="1222880"/>
              <a:ext cx="11534946" cy="2025131"/>
            </a:xfrm>
            <a:prstGeom prst="rect">
              <a:avLst/>
            </a:prstGeom>
          </p:spPr>
        </p:pic>
      </p:grpSp>
      <p:pic>
        <p:nvPicPr>
          <p:cNvPr id="8" name="Object 7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-291640" y="918989"/>
            <a:ext cx="13292968" cy="3315187"/>
          </a:xfrm>
          <a:prstGeom prst="rect">
            <a:avLst/>
          </a:prstGeom>
        </p:spPr>
      </p:pic>
      <p:grpSp>
        <p:nvGrpSpPr>
          <p:cNvPr id="1003" name="그룹 1003"/>
          <p:cNvGrpSpPr/>
          <p:nvPr/>
        </p:nvGrpSpPr>
        <p:grpSpPr>
          <a:xfrm>
            <a:off x="13179845" y="1241272"/>
            <a:ext cx="2000306" cy="2025131"/>
            <a:chOff x="13179845" y="1241272"/>
            <a:chExt cx="2000306" cy="2025131"/>
          </a:xfrm>
        </p:grpSpPr>
        <p:pic>
          <p:nvPicPr>
            <p:cNvPr id="10" name="Object 9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179845" y="1241272"/>
              <a:ext cx="2000306" cy="2025131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13651949" y="1852842"/>
            <a:ext cx="1056098" cy="879492"/>
            <a:chOff x="13651949" y="1852842"/>
            <a:chExt cx="1056098" cy="879492"/>
          </a:xfrm>
        </p:grpSpPr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 rot="5400000">
              <a:off x="13651949" y="1852842"/>
              <a:ext cx="1056098" cy="879492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1065124" y="3757051"/>
            <a:ext cx="7714286" cy="1590476"/>
            <a:chOff x="1065124" y="3757051"/>
            <a:chExt cx="7714286" cy="1590476"/>
          </a:xfrm>
        </p:grpSpPr>
        <p:pic>
          <p:nvPicPr>
            <p:cNvPr id="16" name="Object 15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65124" y="3757051"/>
              <a:ext cx="7714286" cy="1590476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1687949" y="4075575"/>
            <a:ext cx="1288908" cy="953428"/>
            <a:chOff x="1687949" y="4075575"/>
            <a:chExt cx="1288908" cy="953428"/>
          </a:xfrm>
        </p:grpSpPr>
        <p:pic>
          <p:nvPicPr>
            <p:cNvPr id="19" name="Object 18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87949" y="4075575"/>
              <a:ext cx="1288908" cy="953428"/>
            </a:xfrm>
            <a:prstGeom prst="rect">
              <a:avLst/>
            </a:prstGeom>
          </p:spPr>
        </p:pic>
      </p:grpSp>
      <p:pic>
        <p:nvPicPr>
          <p:cNvPr id="21" name="Object 20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1696827" y="3910593"/>
            <a:ext cx="1480771" cy="1386686"/>
          </a:xfrm>
          <a:prstGeom prst="rect">
            <a:avLst/>
          </a:prstGeom>
        </p:spPr>
      </p:pic>
      <p:grpSp>
        <p:nvGrpSpPr>
          <p:cNvPr id="1007" name="그룹 1007"/>
          <p:cNvGrpSpPr/>
          <p:nvPr/>
        </p:nvGrpSpPr>
        <p:grpSpPr>
          <a:xfrm>
            <a:off x="9132990" y="3778867"/>
            <a:ext cx="7714878" cy="1590476"/>
            <a:chOff x="9132990" y="3778867"/>
            <a:chExt cx="7714878" cy="1590476"/>
          </a:xfrm>
        </p:grpSpPr>
        <p:pic>
          <p:nvPicPr>
            <p:cNvPr id="24" name="Object 23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132990" y="3778867"/>
              <a:ext cx="7714878" cy="1590476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9643241" y="4097391"/>
            <a:ext cx="1288908" cy="953428"/>
            <a:chOff x="9643241" y="4097391"/>
            <a:chExt cx="1288908" cy="953428"/>
          </a:xfrm>
        </p:grpSpPr>
        <p:pic>
          <p:nvPicPr>
            <p:cNvPr id="27" name="Object 26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643241" y="4097391"/>
              <a:ext cx="1288908" cy="953428"/>
            </a:xfrm>
            <a:prstGeom prst="rect">
              <a:avLst/>
            </a:prstGeom>
          </p:spPr>
        </p:pic>
      </p:grpSp>
      <p:pic>
        <p:nvPicPr>
          <p:cNvPr id="29" name="Object 28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9707512" y="3932407"/>
            <a:ext cx="1413324" cy="1386686"/>
          </a:xfrm>
          <a:prstGeom prst="rect">
            <a:avLst/>
          </a:prstGeom>
        </p:spPr>
      </p:pic>
      <p:grpSp>
        <p:nvGrpSpPr>
          <p:cNvPr id="1009" name="그룹 1009"/>
          <p:cNvGrpSpPr/>
          <p:nvPr/>
        </p:nvGrpSpPr>
        <p:grpSpPr>
          <a:xfrm>
            <a:off x="987222" y="5673016"/>
            <a:ext cx="7714286" cy="1590476"/>
            <a:chOff x="987222" y="5673016"/>
            <a:chExt cx="7714286" cy="1590476"/>
          </a:xfrm>
        </p:grpSpPr>
        <p:pic>
          <p:nvPicPr>
            <p:cNvPr id="32" name="Object 31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87222" y="5673016"/>
              <a:ext cx="7714286" cy="1590476"/>
            </a:xfrm>
            <a:prstGeom prst="rect">
              <a:avLst/>
            </a:prstGeom>
          </p:spPr>
        </p:pic>
      </p:grpSp>
      <p:grpSp>
        <p:nvGrpSpPr>
          <p:cNvPr id="1010" name="그룹 1010"/>
          <p:cNvGrpSpPr/>
          <p:nvPr/>
        </p:nvGrpSpPr>
        <p:grpSpPr>
          <a:xfrm>
            <a:off x="1687949" y="5991540"/>
            <a:ext cx="1288908" cy="953428"/>
            <a:chOff x="1687949" y="5991540"/>
            <a:chExt cx="1288908" cy="953428"/>
          </a:xfrm>
        </p:grpSpPr>
        <p:pic>
          <p:nvPicPr>
            <p:cNvPr id="35" name="Object 34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87949" y="5991540"/>
              <a:ext cx="1288908" cy="953428"/>
            </a:xfrm>
            <a:prstGeom prst="rect">
              <a:avLst/>
            </a:prstGeom>
          </p:spPr>
        </p:pic>
      </p:grpSp>
      <p:pic>
        <p:nvPicPr>
          <p:cNvPr id="37" name="Object 36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1762476" y="5826559"/>
            <a:ext cx="1403200" cy="1386686"/>
          </a:xfrm>
          <a:prstGeom prst="rect">
            <a:avLst/>
          </a:prstGeom>
        </p:spPr>
      </p:pic>
      <p:grpSp>
        <p:nvGrpSpPr>
          <p:cNvPr id="1011" name="그룹 1011"/>
          <p:cNvGrpSpPr/>
          <p:nvPr/>
        </p:nvGrpSpPr>
        <p:grpSpPr>
          <a:xfrm>
            <a:off x="9142857" y="5673016"/>
            <a:ext cx="7714286" cy="1590476"/>
            <a:chOff x="9142857" y="5673016"/>
            <a:chExt cx="7714286" cy="1590476"/>
          </a:xfrm>
        </p:grpSpPr>
        <p:pic>
          <p:nvPicPr>
            <p:cNvPr id="40" name="Object 39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142857" y="5673016"/>
              <a:ext cx="7714286" cy="1590476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9643241" y="5991540"/>
            <a:ext cx="1288908" cy="953428"/>
            <a:chOff x="9643241" y="5991540"/>
            <a:chExt cx="1288908" cy="953428"/>
          </a:xfrm>
        </p:grpSpPr>
        <p:pic>
          <p:nvPicPr>
            <p:cNvPr id="43" name="Object 42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643241" y="5991540"/>
              <a:ext cx="1288908" cy="953428"/>
            </a:xfrm>
            <a:prstGeom prst="rect">
              <a:avLst/>
            </a:prstGeom>
          </p:spPr>
        </p:pic>
      </p:grpSp>
      <p:pic>
        <p:nvPicPr>
          <p:cNvPr id="45" name="Object 44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9727521" y="5826559"/>
            <a:ext cx="1393238" cy="1386686"/>
          </a:xfrm>
          <a:prstGeom prst="rect">
            <a:avLst/>
          </a:prstGeom>
        </p:spPr>
      </p:pic>
      <p:grpSp>
        <p:nvGrpSpPr>
          <p:cNvPr id="1013" name="그룹 1013"/>
          <p:cNvGrpSpPr/>
          <p:nvPr/>
        </p:nvGrpSpPr>
        <p:grpSpPr>
          <a:xfrm>
            <a:off x="987222" y="7567165"/>
            <a:ext cx="7714286" cy="1590476"/>
            <a:chOff x="987222" y="7567165"/>
            <a:chExt cx="7714286" cy="1590476"/>
          </a:xfrm>
        </p:grpSpPr>
        <p:pic>
          <p:nvPicPr>
            <p:cNvPr id="48" name="Object 47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87222" y="7567165"/>
              <a:ext cx="7714286" cy="1590476"/>
            </a:xfrm>
            <a:prstGeom prst="rect">
              <a:avLst/>
            </a:prstGeom>
          </p:spPr>
        </p:pic>
      </p:grpSp>
      <p:grpSp>
        <p:nvGrpSpPr>
          <p:cNvPr id="1014" name="그룹 1014"/>
          <p:cNvGrpSpPr/>
          <p:nvPr/>
        </p:nvGrpSpPr>
        <p:grpSpPr>
          <a:xfrm>
            <a:off x="1687949" y="7885689"/>
            <a:ext cx="1288908" cy="953428"/>
            <a:chOff x="1687949" y="7885689"/>
            <a:chExt cx="1288908" cy="953428"/>
          </a:xfrm>
        </p:grpSpPr>
        <p:pic>
          <p:nvPicPr>
            <p:cNvPr id="51" name="Object 50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87949" y="7885689"/>
              <a:ext cx="1288908" cy="953428"/>
            </a:xfrm>
            <a:prstGeom prst="rect">
              <a:avLst/>
            </a:prstGeom>
          </p:spPr>
        </p:pic>
      </p:grpSp>
      <p:pic>
        <p:nvPicPr>
          <p:cNvPr id="53" name="Object 52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1763133" y="7720702"/>
            <a:ext cx="1402572" cy="1386686"/>
          </a:xfrm>
          <a:prstGeom prst="rect">
            <a:avLst/>
          </a:prstGeom>
        </p:spPr>
      </p:pic>
      <p:grpSp>
        <p:nvGrpSpPr>
          <p:cNvPr id="1015" name="그룹 1015"/>
          <p:cNvGrpSpPr/>
          <p:nvPr/>
        </p:nvGrpSpPr>
        <p:grpSpPr>
          <a:xfrm>
            <a:off x="9142857" y="7644344"/>
            <a:ext cx="7714286" cy="1590476"/>
            <a:chOff x="9142857" y="7644344"/>
            <a:chExt cx="7714286" cy="1590476"/>
          </a:xfrm>
        </p:grpSpPr>
        <p:pic>
          <p:nvPicPr>
            <p:cNvPr id="56" name="Object 55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142857" y="7644344"/>
              <a:ext cx="7714286" cy="1590476"/>
            </a:xfrm>
            <a:prstGeom prst="rect">
              <a:avLst/>
            </a:prstGeom>
          </p:spPr>
        </p:pic>
      </p:grpSp>
      <p:grpSp>
        <p:nvGrpSpPr>
          <p:cNvPr id="1016" name="그룹 1016"/>
          <p:cNvGrpSpPr/>
          <p:nvPr/>
        </p:nvGrpSpPr>
        <p:grpSpPr>
          <a:xfrm>
            <a:off x="9643241" y="7885689"/>
            <a:ext cx="1288908" cy="953428"/>
            <a:chOff x="9643241" y="7885689"/>
            <a:chExt cx="1288908" cy="953428"/>
          </a:xfrm>
        </p:grpSpPr>
        <p:pic>
          <p:nvPicPr>
            <p:cNvPr id="59" name="Object 58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643241" y="7885689"/>
              <a:ext cx="1288908" cy="953428"/>
            </a:xfrm>
            <a:prstGeom prst="rect">
              <a:avLst/>
            </a:prstGeom>
          </p:spPr>
        </p:pic>
      </p:grpSp>
      <p:grpSp>
        <p:nvGrpSpPr>
          <p:cNvPr id="1017" name="그룹 1017"/>
          <p:cNvGrpSpPr/>
          <p:nvPr/>
        </p:nvGrpSpPr>
        <p:grpSpPr>
          <a:xfrm>
            <a:off x="14606717" y="582524"/>
            <a:ext cx="3075943" cy="723760"/>
            <a:chOff x="14606717" y="582524"/>
            <a:chExt cx="3075943" cy="723760"/>
          </a:xfrm>
        </p:grpSpPr>
        <p:pic>
          <p:nvPicPr>
            <p:cNvPr id="62" name="Object 61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4606717" y="582524"/>
              <a:ext cx="3075943" cy="723760"/>
            </a:xfrm>
            <a:prstGeom prst="rect">
              <a:avLst/>
            </a:prstGeom>
          </p:spPr>
        </p:pic>
      </p:grpSp>
      <p:pic>
        <p:nvPicPr>
          <p:cNvPr id="64" name="Object 63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9712150" y="7720702"/>
            <a:ext cx="1408838" cy="138668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32B4C56-9C16-C7D0-7432-09F305F6BAE3}"/>
              </a:ext>
            </a:extLst>
          </p:cNvPr>
          <p:cNvSpPr txBox="1"/>
          <p:nvPr/>
        </p:nvSpPr>
        <p:spPr>
          <a:xfrm>
            <a:off x="10932149" y="4310534"/>
            <a:ext cx="548780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1~2</a:t>
            </a:r>
            <a:r>
              <a:rPr lang="ko-KR" altLang="en-US" sz="3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학기 주요활동</a:t>
            </a:r>
            <a:r>
              <a:rPr lang="en-US" altLang="ko-KR" sz="3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/ </a:t>
            </a:r>
            <a:r>
              <a:rPr lang="ko-KR" altLang="en-US" sz="3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지원금사용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DD6AB8-97E8-5C9F-3BBC-64A423F1A918}"/>
              </a:ext>
            </a:extLst>
          </p:cNvPr>
          <p:cNvSpPr txBox="1"/>
          <p:nvPr/>
        </p:nvSpPr>
        <p:spPr>
          <a:xfrm>
            <a:off x="2985735" y="4297106"/>
            <a:ext cx="548780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동아리소개</a:t>
            </a:r>
            <a:r>
              <a:rPr lang="en-US" altLang="ko-KR" sz="3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sz="3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동아리운영목표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5D97AA-CA0F-B748-6A01-3ACBF2B186C6}"/>
              </a:ext>
            </a:extLst>
          </p:cNvPr>
          <p:cNvSpPr txBox="1"/>
          <p:nvPr/>
        </p:nvSpPr>
        <p:spPr>
          <a:xfrm>
            <a:off x="2976066" y="6190844"/>
            <a:ext cx="425326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비교과프로그램 연계활동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86B335-46D9-F515-539B-774CDECA6B3E}"/>
              </a:ext>
            </a:extLst>
          </p:cNvPr>
          <p:cNvSpPr txBox="1"/>
          <p:nvPr/>
        </p:nvSpPr>
        <p:spPr>
          <a:xfrm>
            <a:off x="2986189" y="8085404"/>
            <a:ext cx="425326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추천하고 싶은 활동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FE96A1-021B-D17D-BCF8-AB38A1D834E9}"/>
              </a:ext>
            </a:extLst>
          </p:cNvPr>
          <p:cNvSpPr txBox="1"/>
          <p:nvPr/>
        </p:nvSpPr>
        <p:spPr>
          <a:xfrm>
            <a:off x="10932149" y="6204738"/>
            <a:ext cx="548780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자체평가점수와 그 이유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C2911A-DED1-8FEA-C25C-B97A1608EEB3}"/>
              </a:ext>
            </a:extLst>
          </p:cNvPr>
          <p:cNvSpPr txBox="1"/>
          <p:nvPr/>
        </p:nvSpPr>
        <p:spPr>
          <a:xfrm>
            <a:off x="10906358" y="8137046"/>
            <a:ext cx="548780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개선사항 또는 요청사항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B8E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76021" y="394766"/>
            <a:ext cx="17533673" cy="9496183"/>
            <a:chOff x="376021" y="394766"/>
            <a:chExt cx="17533673" cy="9496183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6021" y="394766"/>
              <a:ext cx="17533673" cy="9496183"/>
            </a:xfrm>
            <a:prstGeom prst="rect">
              <a:avLst/>
            </a:prstGeom>
          </p:spPr>
        </p:pic>
      </p:grpSp>
      <p:pic>
        <p:nvPicPr>
          <p:cNvPr id="5" name="Object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2307392" y="1382644"/>
            <a:ext cx="19568453" cy="1904730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7766980" y="1122412"/>
            <a:ext cx="2751754" cy="511570"/>
            <a:chOff x="7766980" y="1122412"/>
            <a:chExt cx="2751754" cy="511570"/>
          </a:xfrm>
        </p:grpSpPr>
        <p:pic>
          <p:nvPicPr>
            <p:cNvPr id="7" name="Object 6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66980" y="1122412"/>
              <a:ext cx="2751754" cy="511570"/>
            </a:xfrm>
            <a:prstGeom prst="rect">
              <a:avLst/>
            </a:prstGeom>
          </p:spPr>
        </p:pic>
      </p:grpSp>
      <p:pic>
        <p:nvPicPr>
          <p:cNvPr id="9" name="Object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816463" y="1040482"/>
            <a:ext cx="2773696" cy="822229"/>
          </a:xfrm>
          <a:prstGeom prst="rect">
            <a:avLst/>
          </a:prstGeom>
        </p:spPr>
      </p:pic>
      <p:grpSp>
        <p:nvGrpSpPr>
          <p:cNvPr id="1003" name="그룹 1003"/>
          <p:cNvGrpSpPr/>
          <p:nvPr/>
        </p:nvGrpSpPr>
        <p:grpSpPr>
          <a:xfrm>
            <a:off x="1158288" y="3531648"/>
            <a:ext cx="4819744" cy="5602878"/>
            <a:chOff x="1158288" y="3531648"/>
            <a:chExt cx="4819744" cy="5602878"/>
          </a:xfrm>
        </p:grpSpPr>
        <p:pic>
          <p:nvPicPr>
            <p:cNvPr id="11" name="Object 10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58288" y="3531648"/>
              <a:ext cx="4819744" cy="5602878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1158288" y="3536258"/>
            <a:ext cx="4819744" cy="5598269"/>
            <a:chOff x="1158288" y="3536258"/>
            <a:chExt cx="4819744" cy="5598269"/>
          </a:xfrm>
        </p:grpSpPr>
        <p:pic>
          <p:nvPicPr>
            <p:cNvPr id="14" name="Object 13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58288" y="3536258"/>
              <a:ext cx="4819744" cy="5598269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2400452" y="4565073"/>
            <a:ext cx="2335418" cy="577784"/>
            <a:chOff x="2400452" y="4565073"/>
            <a:chExt cx="2335418" cy="577784"/>
          </a:xfrm>
        </p:grpSpPr>
        <p:pic>
          <p:nvPicPr>
            <p:cNvPr id="17" name="Object 16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400452" y="4565073"/>
              <a:ext cx="2335418" cy="577784"/>
            </a:xfrm>
            <a:prstGeom prst="rect">
              <a:avLst/>
            </a:prstGeom>
          </p:spPr>
        </p:pic>
      </p:grpSp>
      <p:pic>
        <p:nvPicPr>
          <p:cNvPr id="19" name="Object 18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1241465" y="4432894"/>
            <a:ext cx="4497287" cy="1180163"/>
          </a:xfrm>
          <a:prstGeom prst="rect">
            <a:avLst/>
          </a:prstGeom>
        </p:spPr>
      </p:pic>
      <p:grpSp>
        <p:nvGrpSpPr>
          <p:cNvPr id="1006" name="그룹 1006"/>
          <p:cNvGrpSpPr/>
          <p:nvPr/>
        </p:nvGrpSpPr>
        <p:grpSpPr>
          <a:xfrm>
            <a:off x="6326029" y="5469783"/>
            <a:ext cx="10801397" cy="1713770"/>
            <a:chOff x="6326029" y="5469783"/>
            <a:chExt cx="10801397" cy="1713770"/>
          </a:xfrm>
        </p:grpSpPr>
        <p:pic>
          <p:nvPicPr>
            <p:cNvPr id="21" name="Object 20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326029" y="5469783"/>
              <a:ext cx="10801397" cy="1713770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6558987" y="5849954"/>
            <a:ext cx="1288908" cy="953428"/>
            <a:chOff x="6558987" y="5849954"/>
            <a:chExt cx="1288908" cy="953428"/>
          </a:xfrm>
        </p:grpSpPr>
        <p:pic>
          <p:nvPicPr>
            <p:cNvPr id="24" name="Object 23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558987" y="5849954"/>
              <a:ext cx="1288908" cy="953428"/>
            </a:xfrm>
            <a:prstGeom prst="rect">
              <a:avLst/>
            </a:prstGeom>
          </p:spPr>
        </p:pic>
      </p:grpSp>
      <p:pic>
        <p:nvPicPr>
          <p:cNvPr id="26" name="Object 25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6623254" y="5684973"/>
            <a:ext cx="1413324" cy="1386686"/>
          </a:xfrm>
          <a:prstGeom prst="rect">
            <a:avLst/>
          </a:prstGeom>
        </p:spPr>
      </p:pic>
      <p:grpSp>
        <p:nvGrpSpPr>
          <p:cNvPr id="1008" name="그룹 1008"/>
          <p:cNvGrpSpPr/>
          <p:nvPr/>
        </p:nvGrpSpPr>
        <p:grpSpPr>
          <a:xfrm>
            <a:off x="1444027" y="6278892"/>
            <a:ext cx="2068964" cy="735346"/>
            <a:chOff x="1444027" y="6278892"/>
            <a:chExt cx="2068964" cy="735346"/>
          </a:xfrm>
        </p:grpSpPr>
        <p:pic>
          <p:nvPicPr>
            <p:cNvPr id="28" name="Object 27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444027" y="6278892"/>
              <a:ext cx="2068964" cy="735346"/>
            </a:xfrm>
            <a:prstGeom prst="rect">
              <a:avLst/>
            </a:prstGeom>
          </p:spPr>
        </p:pic>
      </p:grpSp>
      <p:pic>
        <p:nvPicPr>
          <p:cNvPr id="30" name="Object 29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1946190" y="6372390"/>
            <a:ext cx="1239524" cy="559276"/>
          </a:xfrm>
          <a:prstGeom prst="rect">
            <a:avLst/>
          </a:prstGeom>
        </p:spPr>
      </p:pic>
      <p:grpSp>
        <p:nvGrpSpPr>
          <p:cNvPr id="1009" name="그룹 1009"/>
          <p:cNvGrpSpPr/>
          <p:nvPr/>
        </p:nvGrpSpPr>
        <p:grpSpPr>
          <a:xfrm>
            <a:off x="3623330" y="6278892"/>
            <a:ext cx="2068964" cy="735346"/>
            <a:chOff x="3623330" y="6278892"/>
            <a:chExt cx="2068964" cy="735346"/>
          </a:xfrm>
        </p:grpSpPr>
        <p:pic>
          <p:nvPicPr>
            <p:cNvPr id="32" name="Object 31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623330" y="6278892"/>
              <a:ext cx="2068964" cy="735346"/>
            </a:xfrm>
            <a:prstGeom prst="rect">
              <a:avLst/>
            </a:prstGeom>
          </p:spPr>
        </p:pic>
      </p:grpSp>
      <p:pic>
        <p:nvPicPr>
          <p:cNvPr id="34" name="Object 33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3984267" y="6372390"/>
            <a:ext cx="1302200" cy="559276"/>
          </a:xfrm>
          <a:prstGeom prst="rect">
            <a:avLst/>
          </a:prstGeom>
        </p:spPr>
      </p:pic>
      <p:grpSp>
        <p:nvGrpSpPr>
          <p:cNvPr id="1010" name="그룹 1010"/>
          <p:cNvGrpSpPr/>
          <p:nvPr/>
        </p:nvGrpSpPr>
        <p:grpSpPr>
          <a:xfrm>
            <a:off x="1444027" y="7235157"/>
            <a:ext cx="2068964" cy="735346"/>
            <a:chOff x="1444027" y="7235157"/>
            <a:chExt cx="2068964" cy="735346"/>
          </a:xfrm>
        </p:grpSpPr>
        <p:pic>
          <p:nvPicPr>
            <p:cNvPr id="36" name="Object 35"/>
            <p:cNvPicPr>
              <a:picLocks noChangeAspect="1"/>
            </p:cNvPicPr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444027" y="7235157"/>
              <a:ext cx="2068964" cy="735346"/>
            </a:xfrm>
            <a:prstGeom prst="rect">
              <a:avLst/>
            </a:prstGeom>
          </p:spPr>
        </p:pic>
      </p:grpSp>
      <p:pic>
        <p:nvPicPr>
          <p:cNvPr id="38" name="Object 37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1912486" y="7356238"/>
            <a:ext cx="1220476" cy="559276"/>
          </a:xfrm>
          <a:prstGeom prst="rect">
            <a:avLst/>
          </a:prstGeom>
        </p:spPr>
      </p:pic>
      <p:grpSp>
        <p:nvGrpSpPr>
          <p:cNvPr id="1011" name="그룹 1011"/>
          <p:cNvGrpSpPr/>
          <p:nvPr/>
        </p:nvGrpSpPr>
        <p:grpSpPr>
          <a:xfrm>
            <a:off x="3623330" y="7235157"/>
            <a:ext cx="2068964" cy="735346"/>
            <a:chOff x="3623330" y="7235157"/>
            <a:chExt cx="2068964" cy="735346"/>
          </a:xfrm>
        </p:grpSpPr>
        <p:pic>
          <p:nvPicPr>
            <p:cNvPr id="40" name="Object 39"/>
            <p:cNvPicPr>
              <a:picLocks noChangeAspect="1"/>
            </p:cNvPicPr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623330" y="7235157"/>
              <a:ext cx="2068964" cy="735346"/>
            </a:xfrm>
            <a:prstGeom prst="rect">
              <a:avLst/>
            </a:prstGeom>
          </p:spPr>
        </p:pic>
      </p:grpSp>
      <p:pic>
        <p:nvPicPr>
          <p:cNvPr id="42" name="Object 41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4169848" y="7356238"/>
            <a:ext cx="1220476" cy="559276"/>
          </a:xfrm>
          <a:prstGeom prst="rect">
            <a:avLst/>
          </a:prstGeom>
        </p:spPr>
      </p:pic>
      <p:grpSp>
        <p:nvGrpSpPr>
          <p:cNvPr id="1012" name="그룹 1012"/>
          <p:cNvGrpSpPr/>
          <p:nvPr/>
        </p:nvGrpSpPr>
        <p:grpSpPr>
          <a:xfrm>
            <a:off x="1444027" y="8169282"/>
            <a:ext cx="2068964" cy="735346"/>
            <a:chOff x="1444027" y="8169282"/>
            <a:chExt cx="2068964" cy="735346"/>
          </a:xfrm>
        </p:grpSpPr>
        <p:pic>
          <p:nvPicPr>
            <p:cNvPr id="44" name="Object 43"/>
            <p:cNvPicPr>
              <a:picLocks noChangeAspect="1"/>
            </p:cNvPicPr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444027" y="8169282"/>
              <a:ext cx="2068964" cy="735346"/>
            </a:xfrm>
            <a:prstGeom prst="rect">
              <a:avLst/>
            </a:prstGeom>
          </p:spPr>
        </p:pic>
      </p:grpSp>
      <p:pic>
        <p:nvPicPr>
          <p:cNvPr id="46" name="Object 45"/>
          <p:cNvPicPr>
            <a:picLocks noChangeAspect="1"/>
          </p:cNvPicPr>
          <p:nvPr/>
        </p:nvPicPr>
        <p:blipFill>
          <a:blip r:embed="rId22" cstate="print"/>
          <a:stretch>
            <a:fillRect/>
          </a:stretch>
        </p:blipFill>
        <p:spPr>
          <a:xfrm>
            <a:off x="1912486" y="8290371"/>
            <a:ext cx="1220476" cy="559276"/>
          </a:xfrm>
          <a:prstGeom prst="rect">
            <a:avLst/>
          </a:prstGeom>
        </p:spPr>
      </p:pic>
      <p:grpSp>
        <p:nvGrpSpPr>
          <p:cNvPr id="1013" name="그룹 1013"/>
          <p:cNvGrpSpPr/>
          <p:nvPr/>
        </p:nvGrpSpPr>
        <p:grpSpPr>
          <a:xfrm>
            <a:off x="6326029" y="3518809"/>
            <a:ext cx="10801397" cy="1713770"/>
            <a:chOff x="6326029" y="3518809"/>
            <a:chExt cx="10801397" cy="1713770"/>
          </a:xfrm>
        </p:grpSpPr>
        <p:pic>
          <p:nvPicPr>
            <p:cNvPr id="48" name="Object 47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326029" y="3518809"/>
              <a:ext cx="10801397" cy="1713770"/>
            </a:xfrm>
            <a:prstGeom prst="rect">
              <a:avLst/>
            </a:prstGeom>
          </p:spPr>
        </p:pic>
      </p:grpSp>
      <p:grpSp>
        <p:nvGrpSpPr>
          <p:cNvPr id="1014" name="그룹 1014"/>
          <p:cNvGrpSpPr/>
          <p:nvPr/>
        </p:nvGrpSpPr>
        <p:grpSpPr>
          <a:xfrm>
            <a:off x="6558987" y="3898980"/>
            <a:ext cx="1288908" cy="953428"/>
            <a:chOff x="6558987" y="3898980"/>
            <a:chExt cx="1288908" cy="953428"/>
          </a:xfrm>
        </p:grpSpPr>
        <p:pic>
          <p:nvPicPr>
            <p:cNvPr id="51" name="Object 50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558987" y="3898980"/>
              <a:ext cx="1288908" cy="953428"/>
            </a:xfrm>
            <a:prstGeom prst="rect">
              <a:avLst/>
            </a:prstGeom>
          </p:spPr>
        </p:pic>
      </p:grpSp>
      <p:pic>
        <p:nvPicPr>
          <p:cNvPr id="53" name="Object 52"/>
          <p:cNvPicPr>
            <a:picLocks noChangeAspect="1"/>
          </p:cNvPicPr>
          <p:nvPr/>
        </p:nvPicPr>
        <p:blipFill>
          <a:blip r:embed="rId23" cstate="print"/>
          <a:stretch>
            <a:fillRect/>
          </a:stretch>
        </p:blipFill>
        <p:spPr>
          <a:xfrm>
            <a:off x="6567866" y="3733998"/>
            <a:ext cx="1480772" cy="1386686"/>
          </a:xfrm>
          <a:prstGeom prst="rect">
            <a:avLst/>
          </a:prstGeom>
        </p:spPr>
      </p:pic>
      <p:grpSp>
        <p:nvGrpSpPr>
          <p:cNvPr id="1015" name="그룹 1015"/>
          <p:cNvGrpSpPr/>
          <p:nvPr/>
        </p:nvGrpSpPr>
        <p:grpSpPr>
          <a:xfrm>
            <a:off x="6326029" y="7420756"/>
            <a:ext cx="10801397" cy="1713770"/>
            <a:chOff x="6326029" y="7420756"/>
            <a:chExt cx="10801397" cy="1713770"/>
          </a:xfrm>
        </p:grpSpPr>
        <p:pic>
          <p:nvPicPr>
            <p:cNvPr id="55" name="Object 54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326029" y="7420756"/>
              <a:ext cx="10801397" cy="1713770"/>
            </a:xfrm>
            <a:prstGeom prst="rect">
              <a:avLst/>
            </a:prstGeom>
          </p:spPr>
        </p:pic>
      </p:grpSp>
      <p:grpSp>
        <p:nvGrpSpPr>
          <p:cNvPr id="1016" name="그룹 1016"/>
          <p:cNvGrpSpPr/>
          <p:nvPr/>
        </p:nvGrpSpPr>
        <p:grpSpPr>
          <a:xfrm>
            <a:off x="6558987" y="7800927"/>
            <a:ext cx="1288908" cy="953428"/>
            <a:chOff x="6558987" y="7800927"/>
            <a:chExt cx="1288908" cy="953428"/>
          </a:xfrm>
        </p:grpSpPr>
        <p:pic>
          <p:nvPicPr>
            <p:cNvPr id="58" name="Object 57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558987" y="7800927"/>
              <a:ext cx="1288908" cy="953428"/>
            </a:xfrm>
            <a:prstGeom prst="rect">
              <a:avLst/>
            </a:prstGeom>
          </p:spPr>
        </p:pic>
      </p:grpSp>
      <p:pic>
        <p:nvPicPr>
          <p:cNvPr id="60" name="Object 59"/>
          <p:cNvPicPr>
            <a:picLocks noChangeAspect="1"/>
          </p:cNvPicPr>
          <p:nvPr/>
        </p:nvPicPr>
        <p:blipFill>
          <a:blip r:embed="rId24" cstate="print"/>
          <a:stretch>
            <a:fillRect/>
          </a:stretch>
        </p:blipFill>
        <p:spPr>
          <a:xfrm>
            <a:off x="6633514" y="7635950"/>
            <a:ext cx="1403200" cy="1386686"/>
          </a:xfrm>
          <a:prstGeom prst="rect">
            <a:avLst/>
          </a:prstGeom>
        </p:spPr>
      </p:pic>
      <p:pic>
        <p:nvPicPr>
          <p:cNvPr id="61" name="Object 60"/>
          <p:cNvPicPr>
            <a:picLocks noChangeAspect="1"/>
          </p:cNvPicPr>
          <p:nvPr/>
        </p:nvPicPr>
        <p:blipFill>
          <a:blip r:embed="rId25" cstate="print"/>
          <a:stretch>
            <a:fillRect/>
          </a:stretch>
        </p:blipFill>
        <p:spPr>
          <a:xfrm>
            <a:off x="1503993" y="5235383"/>
            <a:ext cx="3899801" cy="1110544"/>
          </a:xfrm>
          <a:prstGeom prst="rect">
            <a:avLst/>
          </a:prstGeom>
        </p:spPr>
      </p:pic>
      <p:pic>
        <p:nvPicPr>
          <p:cNvPr id="62" name="Object 61"/>
          <p:cNvPicPr>
            <a:picLocks noChangeAspect="1"/>
          </p:cNvPicPr>
          <p:nvPr/>
        </p:nvPicPr>
        <p:blipFill>
          <a:blip r:embed="rId26" cstate="print"/>
          <a:stretch>
            <a:fillRect/>
          </a:stretch>
        </p:blipFill>
        <p:spPr>
          <a:xfrm>
            <a:off x="777706" y="639647"/>
            <a:ext cx="1417918" cy="857127"/>
          </a:xfrm>
          <a:prstGeom prst="rect">
            <a:avLst/>
          </a:prstGeom>
        </p:spPr>
      </p:pic>
      <p:pic>
        <p:nvPicPr>
          <p:cNvPr id="63" name="Object 62"/>
          <p:cNvPicPr>
            <a:picLocks noChangeAspect="1"/>
          </p:cNvPicPr>
          <p:nvPr/>
        </p:nvPicPr>
        <p:blipFill>
          <a:blip r:embed="rId27" cstate="print"/>
          <a:stretch>
            <a:fillRect/>
          </a:stretch>
        </p:blipFill>
        <p:spPr>
          <a:xfrm>
            <a:off x="11698622" y="639647"/>
            <a:ext cx="7560118" cy="85712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B8E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76021" y="394766"/>
            <a:ext cx="17533673" cy="9496183"/>
            <a:chOff x="376021" y="394766"/>
            <a:chExt cx="17533673" cy="9496183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6021" y="394766"/>
              <a:ext cx="17533673" cy="9496183"/>
            </a:xfrm>
            <a:prstGeom prst="rect">
              <a:avLst/>
            </a:prstGeom>
          </p:spPr>
        </p:pic>
      </p:grpSp>
      <p:pic>
        <p:nvPicPr>
          <p:cNvPr id="5" name="Object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1350135" y="1388596"/>
            <a:ext cx="19499929" cy="1892826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7766980" y="1122412"/>
            <a:ext cx="2751754" cy="511570"/>
            <a:chOff x="7766980" y="1122412"/>
            <a:chExt cx="2751754" cy="511570"/>
          </a:xfrm>
        </p:grpSpPr>
        <p:pic>
          <p:nvPicPr>
            <p:cNvPr id="7" name="Object 6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66980" y="1122412"/>
              <a:ext cx="2751754" cy="511570"/>
            </a:xfrm>
            <a:prstGeom prst="rect">
              <a:avLst/>
            </a:prstGeom>
          </p:spPr>
        </p:pic>
      </p:grpSp>
      <p:pic>
        <p:nvPicPr>
          <p:cNvPr id="9" name="Object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854683" y="1035864"/>
            <a:ext cx="2727238" cy="833609"/>
          </a:xfrm>
          <a:prstGeom prst="rect">
            <a:avLst/>
          </a:prstGeom>
        </p:spPr>
      </p:pic>
      <p:pic>
        <p:nvPicPr>
          <p:cNvPr id="10" name="Object 9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777706" y="639647"/>
            <a:ext cx="2643147" cy="857128"/>
          </a:xfrm>
          <a:prstGeom prst="rect">
            <a:avLst/>
          </a:prstGeom>
        </p:spPr>
      </p:pic>
      <p:pic>
        <p:nvPicPr>
          <p:cNvPr id="11" name="Object 10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3047163" y="639647"/>
            <a:ext cx="5539280" cy="857128"/>
          </a:xfrm>
          <a:prstGeom prst="rect">
            <a:avLst/>
          </a:prstGeom>
        </p:spPr>
      </p:pic>
      <p:grpSp>
        <p:nvGrpSpPr>
          <p:cNvPr id="1003" name="그룹 1003"/>
          <p:cNvGrpSpPr/>
          <p:nvPr/>
        </p:nvGrpSpPr>
        <p:grpSpPr>
          <a:xfrm>
            <a:off x="9236304" y="3390013"/>
            <a:ext cx="7892913" cy="6015873"/>
            <a:chOff x="9236304" y="3390013"/>
            <a:chExt cx="7892913" cy="6015873"/>
          </a:xfrm>
        </p:grpSpPr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36304" y="3390013"/>
              <a:ext cx="7892913" cy="6015873"/>
            </a:xfrm>
            <a:prstGeom prst="rect">
              <a:avLst/>
            </a:prstGeom>
          </p:spPr>
        </p:pic>
      </p:grpSp>
      <p:pic>
        <p:nvPicPr>
          <p:cNvPr id="15" name="Object 14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11156668" y="4455259"/>
            <a:ext cx="1525374" cy="723946"/>
          </a:xfrm>
          <a:prstGeom prst="rect">
            <a:avLst/>
          </a:prstGeom>
        </p:spPr>
      </p:pic>
      <p:pic>
        <p:nvPicPr>
          <p:cNvPr id="16" name="Object 15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11171907" y="4977145"/>
            <a:ext cx="1500583" cy="588554"/>
          </a:xfrm>
          <a:prstGeom prst="rect">
            <a:avLst/>
          </a:prstGeom>
        </p:spPr>
      </p:pic>
      <p:pic>
        <p:nvPicPr>
          <p:cNvPr id="17" name="Object 16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11156669" y="6076059"/>
            <a:ext cx="3185630" cy="726088"/>
          </a:xfrm>
          <a:prstGeom prst="rect">
            <a:avLst/>
          </a:prstGeom>
        </p:spPr>
      </p:pic>
      <p:pic>
        <p:nvPicPr>
          <p:cNvPr id="18" name="Object 17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11171907" y="6597945"/>
            <a:ext cx="2338726" cy="588554"/>
          </a:xfrm>
          <a:prstGeom prst="rect">
            <a:avLst/>
          </a:prstGeom>
        </p:spPr>
      </p:pic>
      <p:grpSp>
        <p:nvGrpSpPr>
          <p:cNvPr id="1004" name="그룹 1004"/>
          <p:cNvGrpSpPr/>
          <p:nvPr/>
        </p:nvGrpSpPr>
        <p:grpSpPr>
          <a:xfrm>
            <a:off x="1156497" y="6481576"/>
            <a:ext cx="7892913" cy="2923810"/>
            <a:chOff x="1156497" y="6481576"/>
            <a:chExt cx="7892913" cy="2923810"/>
          </a:xfrm>
        </p:grpSpPr>
        <p:pic>
          <p:nvPicPr>
            <p:cNvPr id="22" name="Object 21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156497" y="6481576"/>
              <a:ext cx="7892913" cy="2923810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1156497" y="3390013"/>
            <a:ext cx="7892913" cy="2923810"/>
            <a:chOff x="1156497" y="3390013"/>
            <a:chExt cx="7892913" cy="2923810"/>
          </a:xfrm>
        </p:grpSpPr>
        <p:pic>
          <p:nvPicPr>
            <p:cNvPr id="25" name="Object 24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156497" y="3390013"/>
              <a:ext cx="7892913" cy="2923810"/>
            </a:xfrm>
            <a:prstGeom prst="rect">
              <a:avLst/>
            </a:prstGeom>
          </p:spPr>
        </p:pic>
      </p:grpSp>
      <p:pic>
        <p:nvPicPr>
          <p:cNvPr id="27" name="Object 26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2537946" y="3634821"/>
            <a:ext cx="2801771" cy="1007248"/>
          </a:xfrm>
          <a:prstGeom prst="rect">
            <a:avLst/>
          </a:prstGeom>
        </p:spPr>
      </p:pic>
      <p:grpSp>
        <p:nvGrpSpPr>
          <p:cNvPr id="1006" name="그룹 1006"/>
          <p:cNvGrpSpPr/>
          <p:nvPr/>
        </p:nvGrpSpPr>
        <p:grpSpPr>
          <a:xfrm>
            <a:off x="1490519" y="3606019"/>
            <a:ext cx="1034465" cy="765212"/>
            <a:chOff x="1490519" y="3606019"/>
            <a:chExt cx="1034465" cy="765212"/>
          </a:xfrm>
        </p:grpSpPr>
        <p:pic>
          <p:nvPicPr>
            <p:cNvPr id="29" name="Object 28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490519" y="3606019"/>
              <a:ext cx="1034465" cy="765212"/>
            </a:xfrm>
            <a:prstGeom prst="rect">
              <a:avLst/>
            </a:prstGeom>
          </p:spPr>
        </p:pic>
      </p:grpSp>
      <p:pic>
        <p:nvPicPr>
          <p:cNvPr id="31" name="Object 30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1194092" y="3512607"/>
            <a:ext cx="1609375" cy="1019051"/>
          </a:xfrm>
          <a:prstGeom prst="rect">
            <a:avLst/>
          </a:prstGeom>
        </p:spPr>
      </p:pic>
      <p:grpSp>
        <p:nvGrpSpPr>
          <p:cNvPr id="1007" name="그룹 1007"/>
          <p:cNvGrpSpPr/>
          <p:nvPr/>
        </p:nvGrpSpPr>
        <p:grpSpPr>
          <a:xfrm>
            <a:off x="9669210" y="5881201"/>
            <a:ext cx="7027102" cy="28571"/>
            <a:chOff x="9669210" y="5881201"/>
            <a:chExt cx="7027102" cy="28571"/>
          </a:xfrm>
        </p:grpSpPr>
        <p:pic>
          <p:nvPicPr>
            <p:cNvPr id="33" name="Object 32"/>
            <p:cNvPicPr>
              <a:picLocks noChangeAspect="1"/>
            </p:cNvPicPr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669210" y="5881201"/>
              <a:ext cx="7027102" cy="28571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9823268" y="4539065"/>
            <a:ext cx="1141570" cy="1141570"/>
            <a:chOff x="9823268" y="4539065"/>
            <a:chExt cx="1141570" cy="1141570"/>
          </a:xfrm>
        </p:grpSpPr>
        <p:pic>
          <p:nvPicPr>
            <p:cNvPr id="36" name="Object 35"/>
            <p:cNvPicPr>
              <a:picLocks noChangeAspect="1"/>
            </p:cNvPicPr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823268" y="4539065"/>
              <a:ext cx="1141570" cy="1141570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9669210" y="7518362"/>
            <a:ext cx="7027102" cy="28571"/>
            <a:chOff x="9669210" y="7518362"/>
            <a:chExt cx="7027102" cy="28571"/>
          </a:xfrm>
        </p:grpSpPr>
        <p:pic>
          <p:nvPicPr>
            <p:cNvPr id="39" name="Object 38"/>
            <p:cNvPicPr>
              <a:picLocks noChangeAspect="1"/>
            </p:cNvPicPr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669210" y="7518362"/>
              <a:ext cx="7027102" cy="28571"/>
            </a:xfrm>
            <a:prstGeom prst="rect">
              <a:avLst/>
            </a:prstGeom>
          </p:spPr>
        </p:pic>
      </p:grpSp>
      <p:grpSp>
        <p:nvGrpSpPr>
          <p:cNvPr id="1010" name="그룹 1010"/>
          <p:cNvGrpSpPr/>
          <p:nvPr/>
        </p:nvGrpSpPr>
        <p:grpSpPr>
          <a:xfrm>
            <a:off x="9823268" y="6174156"/>
            <a:ext cx="1141570" cy="1141570"/>
            <a:chOff x="9823268" y="6174156"/>
            <a:chExt cx="1141570" cy="1141570"/>
          </a:xfrm>
        </p:grpSpPr>
        <p:pic>
          <p:nvPicPr>
            <p:cNvPr id="42" name="Object 41"/>
            <p:cNvPicPr>
              <a:picLocks noChangeAspect="1"/>
            </p:cNvPicPr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9823268" y="6174156"/>
              <a:ext cx="1141570" cy="1141570"/>
            </a:xfrm>
            <a:prstGeom prst="rect">
              <a:avLst/>
            </a:prstGeom>
          </p:spPr>
        </p:pic>
      </p:grpSp>
      <p:grpSp>
        <p:nvGrpSpPr>
          <p:cNvPr id="1011" name="그룹 1011"/>
          <p:cNvGrpSpPr/>
          <p:nvPr/>
        </p:nvGrpSpPr>
        <p:grpSpPr>
          <a:xfrm>
            <a:off x="9823268" y="7809248"/>
            <a:ext cx="1141570" cy="1141570"/>
            <a:chOff x="9823268" y="7809248"/>
            <a:chExt cx="1141570" cy="1141570"/>
          </a:xfrm>
        </p:grpSpPr>
        <p:pic>
          <p:nvPicPr>
            <p:cNvPr id="45" name="Object 44"/>
            <p:cNvPicPr>
              <a:picLocks noChangeAspect="1"/>
            </p:cNvPicPr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9823268" y="7809248"/>
              <a:ext cx="1141570" cy="1141570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10034736" y="6387581"/>
            <a:ext cx="751246" cy="729685"/>
            <a:chOff x="10034736" y="6387581"/>
            <a:chExt cx="751246" cy="729685"/>
          </a:xfrm>
        </p:grpSpPr>
        <p:pic>
          <p:nvPicPr>
            <p:cNvPr id="48" name="Object 47"/>
            <p:cNvPicPr>
              <a:picLocks noChangeAspect="1"/>
            </p:cNvPicPr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0034736" y="6387581"/>
              <a:ext cx="751246" cy="729685"/>
            </a:xfrm>
            <a:prstGeom prst="rect">
              <a:avLst/>
            </a:prstGeom>
          </p:spPr>
        </p:pic>
      </p:grpSp>
      <p:grpSp>
        <p:nvGrpSpPr>
          <p:cNvPr id="1013" name="그룹 1013"/>
          <p:cNvGrpSpPr/>
          <p:nvPr/>
        </p:nvGrpSpPr>
        <p:grpSpPr>
          <a:xfrm>
            <a:off x="9999693" y="4797327"/>
            <a:ext cx="783238" cy="616617"/>
            <a:chOff x="9999693" y="4797327"/>
            <a:chExt cx="783238" cy="616617"/>
          </a:xfrm>
        </p:grpSpPr>
        <p:pic>
          <p:nvPicPr>
            <p:cNvPr id="51" name="Object 50"/>
            <p:cNvPicPr>
              <a:picLocks noChangeAspect="1"/>
            </p:cNvPicPr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9999693" y="4797327"/>
              <a:ext cx="783238" cy="616617"/>
            </a:xfrm>
            <a:prstGeom prst="rect">
              <a:avLst/>
            </a:prstGeom>
          </p:spPr>
        </p:pic>
      </p:grpSp>
      <p:grpSp>
        <p:nvGrpSpPr>
          <p:cNvPr id="1014" name="그룹 1014"/>
          <p:cNvGrpSpPr/>
          <p:nvPr/>
        </p:nvGrpSpPr>
        <p:grpSpPr>
          <a:xfrm>
            <a:off x="10086027" y="7945704"/>
            <a:ext cx="686760" cy="854669"/>
            <a:chOff x="10086027" y="7945704"/>
            <a:chExt cx="686760" cy="854669"/>
          </a:xfrm>
        </p:grpSpPr>
        <p:pic>
          <p:nvPicPr>
            <p:cNvPr id="54" name="Object 53"/>
            <p:cNvPicPr>
              <a:picLocks noChangeAspect="1"/>
            </p:cNvPicPr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0086027" y="7945704"/>
              <a:ext cx="686760" cy="854669"/>
            </a:xfrm>
            <a:prstGeom prst="rect">
              <a:avLst/>
            </a:prstGeom>
          </p:spPr>
        </p:pic>
      </p:grpSp>
      <p:grpSp>
        <p:nvGrpSpPr>
          <p:cNvPr id="1015" name="그룹 1015"/>
          <p:cNvGrpSpPr/>
          <p:nvPr/>
        </p:nvGrpSpPr>
        <p:grpSpPr>
          <a:xfrm>
            <a:off x="6694765" y="3940620"/>
            <a:ext cx="1691993" cy="1974320"/>
            <a:chOff x="6694765" y="3940620"/>
            <a:chExt cx="1691993" cy="1974320"/>
          </a:xfrm>
        </p:grpSpPr>
        <p:pic>
          <p:nvPicPr>
            <p:cNvPr id="57" name="Object 56"/>
            <p:cNvPicPr>
              <a:picLocks noChangeAspect="1"/>
            </p:cNvPicPr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694765" y="3940620"/>
              <a:ext cx="1691993" cy="1974320"/>
            </a:xfrm>
            <a:prstGeom prst="rect">
              <a:avLst/>
            </a:prstGeom>
          </p:spPr>
        </p:pic>
      </p:grpSp>
      <p:grpSp>
        <p:nvGrpSpPr>
          <p:cNvPr id="1016" name="그룹 1016"/>
          <p:cNvGrpSpPr/>
          <p:nvPr/>
        </p:nvGrpSpPr>
        <p:grpSpPr>
          <a:xfrm>
            <a:off x="6694765" y="6980791"/>
            <a:ext cx="1691993" cy="1974320"/>
            <a:chOff x="6694765" y="6980791"/>
            <a:chExt cx="1691993" cy="1974320"/>
          </a:xfrm>
        </p:grpSpPr>
        <p:pic>
          <p:nvPicPr>
            <p:cNvPr id="60" name="Object 59"/>
            <p:cNvPicPr>
              <a:picLocks noChangeAspect="1"/>
            </p:cNvPicPr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694765" y="6980791"/>
              <a:ext cx="1691993" cy="1974320"/>
            </a:xfrm>
            <a:prstGeom prst="rect">
              <a:avLst/>
            </a:prstGeom>
          </p:spPr>
        </p:pic>
      </p:grpSp>
      <p:grpSp>
        <p:nvGrpSpPr>
          <p:cNvPr id="1017" name="그룹 1017"/>
          <p:cNvGrpSpPr/>
          <p:nvPr/>
        </p:nvGrpSpPr>
        <p:grpSpPr>
          <a:xfrm>
            <a:off x="1490519" y="6746997"/>
            <a:ext cx="1034465" cy="765212"/>
            <a:chOff x="1490519" y="6746997"/>
            <a:chExt cx="1034465" cy="765212"/>
          </a:xfrm>
        </p:grpSpPr>
        <p:pic>
          <p:nvPicPr>
            <p:cNvPr id="63" name="Object 62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490519" y="6746997"/>
              <a:ext cx="1034465" cy="765212"/>
            </a:xfrm>
            <a:prstGeom prst="rect">
              <a:avLst/>
            </a:prstGeom>
          </p:spPr>
        </p:pic>
      </p:grpSp>
      <p:pic>
        <p:nvPicPr>
          <p:cNvPr id="65" name="Object 64"/>
          <p:cNvPicPr>
            <a:picLocks noChangeAspect="1"/>
          </p:cNvPicPr>
          <p:nvPr/>
        </p:nvPicPr>
        <p:blipFill>
          <a:blip r:embed="rId25" cstate="print"/>
          <a:stretch>
            <a:fillRect/>
          </a:stretch>
        </p:blipFill>
        <p:spPr>
          <a:xfrm>
            <a:off x="1235342" y="6653590"/>
            <a:ext cx="1561822" cy="1019050"/>
          </a:xfrm>
          <a:prstGeom prst="rect">
            <a:avLst/>
          </a:prstGeom>
        </p:spPr>
      </p:pic>
      <p:pic>
        <p:nvPicPr>
          <p:cNvPr id="66" name="Object 65"/>
          <p:cNvPicPr>
            <a:picLocks noChangeAspect="1"/>
          </p:cNvPicPr>
          <p:nvPr/>
        </p:nvPicPr>
        <p:blipFill>
          <a:blip r:embed="rId26" cstate="print"/>
          <a:stretch>
            <a:fillRect/>
          </a:stretch>
        </p:blipFill>
        <p:spPr>
          <a:xfrm>
            <a:off x="2537943" y="6803086"/>
            <a:ext cx="2921742" cy="1007247"/>
          </a:xfrm>
          <a:prstGeom prst="rect">
            <a:avLst/>
          </a:prstGeom>
        </p:spPr>
      </p:pic>
      <p:grpSp>
        <p:nvGrpSpPr>
          <p:cNvPr id="1018" name="그룹 1018"/>
          <p:cNvGrpSpPr/>
          <p:nvPr/>
        </p:nvGrpSpPr>
        <p:grpSpPr>
          <a:xfrm>
            <a:off x="11095891" y="3525743"/>
            <a:ext cx="1034465" cy="765212"/>
            <a:chOff x="11095891" y="3525743"/>
            <a:chExt cx="1034465" cy="765212"/>
          </a:xfrm>
        </p:grpSpPr>
        <p:pic>
          <p:nvPicPr>
            <p:cNvPr id="68" name="Object 67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1095891" y="3525743"/>
              <a:ext cx="1034465" cy="765212"/>
            </a:xfrm>
            <a:prstGeom prst="rect">
              <a:avLst/>
            </a:prstGeom>
          </p:spPr>
        </p:pic>
      </p:grpSp>
      <p:pic>
        <p:nvPicPr>
          <p:cNvPr id="70" name="Object 69"/>
          <p:cNvPicPr>
            <a:picLocks noChangeAspect="1"/>
          </p:cNvPicPr>
          <p:nvPr/>
        </p:nvPicPr>
        <p:blipFill>
          <a:blip r:embed="rId27" cstate="print"/>
          <a:stretch>
            <a:fillRect/>
          </a:stretch>
        </p:blipFill>
        <p:spPr>
          <a:xfrm>
            <a:off x="10863873" y="3442695"/>
            <a:ext cx="1547946" cy="1019050"/>
          </a:xfrm>
          <a:prstGeom prst="rect">
            <a:avLst/>
          </a:prstGeom>
        </p:spPr>
      </p:pic>
      <p:pic>
        <p:nvPicPr>
          <p:cNvPr id="71" name="Object 70"/>
          <p:cNvPicPr>
            <a:picLocks noChangeAspect="1"/>
          </p:cNvPicPr>
          <p:nvPr/>
        </p:nvPicPr>
        <p:blipFill>
          <a:blip r:embed="rId28" cstate="print"/>
          <a:stretch>
            <a:fillRect/>
          </a:stretch>
        </p:blipFill>
        <p:spPr>
          <a:xfrm>
            <a:off x="12163397" y="3575924"/>
            <a:ext cx="3606847" cy="1007247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1227597" y="7801483"/>
            <a:ext cx="31949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자격증 취득</a:t>
            </a:r>
            <a:r>
              <a:rPr lang="en-US" altLang="ko-K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, </a:t>
            </a:r>
            <a:r>
              <a:rPr lang="ko-KR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활동 횟수 등</a:t>
            </a:r>
            <a:endParaRPr lang="en-US" altLang="ko-KR" sz="2000" dirty="0">
              <a:solidFill>
                <a:schemeClr val="tx1">
                  <a:lumMod val="85000"/>
                  <a:lumOff val="15000"/>
                </a:schemeClr>
              </a:solidFill>
              <a:latin typeface="HG꼬딕씨_Pro 80g" panose="02020603020101020101" pitchFamily="18" charset="-127"/>
              <a:ea typeface="HG꼬딕씨_Pro 80g" panose="02020603020101020101" pitchFamily="18" charset="-127"/>
            </a:endParaRPr>
          </a:p>
          <a:p>
            <a:endParaRPr lang="en-US" altLang="ko-KR" dirty="0"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  <a:p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활동 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10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회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,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 자격증 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0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명 취득 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6C2EDB8-280E-4C9D-E06D-12A909FA727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B8E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"/>
          </a:p>
        </p:txBody>
      </p:sp>
      <p:grpSp>
        <p:nvGrpSpPr>
          <p:cNvPr id="1001" name="그룹 1001"/>
          <p:cNvGrpSpPr/>
          <p:nvPr/>
        </p:nvGrpSpPr>
        <p:grpSpPr>
          <a:xfrm>
            <a:off x="376020" y="395408"/>
            <a:ext cx="17533673" cy="9496183"/>
            <a:chOff x="376021" y="394766"/>
            <a:chExt cx="17533673" cy="9496183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6021" y="394766"/>
              <a:ext cx="17533673" cy="9496183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7766980" y="1122412"/>
            <a:ext cx="2751754" cy="511570"/>
            <a:chOff x="7766980" y="1122412"/>
            <a:chExt cx="2751754" cy="511570"/>
          </a:xfrm>
        </p:grpSpPr>
        <p:pic>
          <p:nvPicPr>
            <p:cNvPr id="7" name="Object 6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66980" y="1122412"/>
              <a:ext cx="2751754" cy="511570"/>
            </a:xfrm>
            <a:prstGeom prst="rect">
              <a:avLst/>
            </a:prstGeom>
          </p:spPr>
        </p:pic>
      </p:grpSp>
      <p:pic>
        <p:nvPicPr>
          <p:cNvPr id="9" name="Object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854683" y="1035864"/>
            <a:ext cx="2727238" cy="833609"/>
          </a:xfrm>
          <a:prstGeom prst="rect">
            <a:avLst/>
          </a:prstGeom>
        </p:spPr>
      </p:pic>
      <p:pic>
        <p:nvPicPr>
          <p:cNvPr id="10" name="Object 9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77706" y="639647"/>
            <a:ext cx="2643147" cy="857128"/>
          </a:xfrm>
          <a:prstGeom prst="rect">
            <a:avLst/>
          </a:prstGeom>
        </p:spPr>
      </p:pic>
      <p:pic>
        <p:nvPicPr>
          <p:cNvPr id="11" name="Object 10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3047163" y="639647"/>
            <a:ext cx="5539280" cy="857128"/>
          </a:xfrm>
          <a:prstGeom prst="rect">
            <a:avLst/>
          </a:prstGeom>
        </p:spPr>
      </p:pic>
      <p:grpSp>
        <p:nvGrpSpPr>
          <p:cNvPr id="1004" name="그룹 1004"/>
          <p:cNvGrpSpPr/>
          <p:nvPr/>
        </p:nvGrpSpPr>
        <p:grpSpPr>
          <a:xfrm>
            <a:off x="1194092" y="6515100"/>
            <a:ext cx="7160675" cy="2923810"/>
            <a:chOff x="1156497" y="6481576"/>
            <a:chExt cx="7892913" cy="2923810"/>
          </a:xfrm>
        </p:grpSpPr>
        <p:pic>
          <p:nvPicPr>
            <p:cNvPr id="22" name="Object 21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56497" y="6481576"/>
              <a:ext cx="7892913" cy="2923810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1156497" y="3390013"/>
            <a:ext cx="7149303" cy="2923810"/>
            <a:chOff x="1156497" y="3390013"/>
            <a:chExt cx="7892913" cy="2923810"/>
          </a:xfrm>
        </p:grpSpPr>
        <p:pic>
          <p:nvPicPr>
            <p:cNvPr id="25" name="Object 24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56497" y="3390013"/>
              <a:ext cx="7892913" cy="2923810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1490519" y="3606019"/>
            <a:ext cx="1034465" cy="765212"/>
            <a:chOff x="1490519" y="3606019"/>
            <a:chExt cx="1034465" cy="765212"/>
          </a:xfrm>
        </p:grpSpPr>
        <p:pic>
          <p:nvPicPr>
            <p:cNvPr id="29" name="Object 28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90519" y="3606019"/>
              <a:ext cx="1034465" cy="765212"/>
            </a:xfrm>
            <a:prstGeom prst="rect">
              <a:avLst/>
            </a:prstGeom>
          </p:spPr>
        </p:pic>
      </p:grpSp>
      <p:pic>
        <p:nvPicPr>
          <p:cNvPr id="31" name="Object 30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1194092" y="3512607"/>
            <a:ext cx="1609375" cy="1019051"/>
          </a:xfrm>
          <a:prstGeom prst="rect">
            <a:avLst/>
          </a:prstGeom>
        </p:spPr>
      </p:pic>
      <p:grpSp>
        <p:nvGrpSpPr>
          <p:cNvPr id="1017" name="그룹 1017"/>
          <p:cNvGrpSpPr/>
          <p:nvPr/>
        </p:nvGrpSpPr>
        <p:grpSpPr>
          <a:xfrm>
            <a:off x="1490519" y="6746997"/>
            <a:ext cx="1034465" cy="765212"/>
            <a:chOff x="1490519" y="6746997"/>
            <a:chExt cx="1034465" cy="765212"/>
          </a:xfrm>
        </p:grpSpPr>
        <p:pic>
          <p:nvPicPr>
            <p:cNvPr id="63" name="Object 62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90519" y="6746997"/>
              <a:ext cx="1034465" cy="765212"/>
            </a:xfrm>
            <a:prstGeom prst="rect">
              <a:avLst/>
            </a:prstGeom>
          </p:spPr>
        </p:pic>
      </p:grpSp>
      <p:pic>
        <p:nvPicPr>
          <p:cNvPr id="65" name="Object 64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1235342" y="6653590"/>
            <a:ext cx="1561822" cy="10190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71DACD6-7A40-1C13-AC95-99CEA5CC038B}"/>
              </a:ext>
            </a:extLst>
          </p:cNvPr>
          <p:cNvSpPr txBox="1"/>
          <p:nvPr/>
        </p:nvSpPr>
        <p:spPr>
          <a:xfrm>
            <a:off x="3604536" y="1829336"/>
            <a:ext cx="1122753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600" dirty="0">
                <a:solidFill>
                  <a:schemeClr val="tx1">
                    <a:lumMod val="85000"/>
                    <a:lumOff val="15000"/>
                  </a:schemeClr>
                </a:solidFill>
                <a:latin typeface="HG꼬딕씨 99g" panose="02020603020101020101" pitchFamily="18" charset="-127"/>
                <a:ea typeface="HG꼬딕씨 99g" panose="02020603020101020101" pitchFamily="18" charset="-127"/>
              </a:rPr>
              <a:t>1~2</a:t>
            </a:r>
            <a:r>
              <a:rPr lang="ko-KR" altLang="en-US" sz="6600" dirty="0">
                <a:solidFill>
                  <a:schemeClr val="tx1">
                    <a:lumMod val="85000"/>
                    <a:lumOff val="15000"/>
                  </a:schemeClr>
                </a:solidFill>
                <a:latin typeface="HG꼬딕씨 99g" panose="02020603020101020101" pitchFamily="18" charset="-127"/>
                <a:ea typeface="HG꼬딕씨 99g" panose="02020603020101020101" pitchFamily="18" charset="-127"/>
              </a:rPr>
              <a:t>학기 동아리 지원금 사용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AAC072-D967-18D1-045D-5CF6680DCB4C}"/>
              </a:ext>
            </a:extLst>
          </p:cNvPr>
          <p:cNvSpPr txBox="1"/>
          <p:nvPr/>
        </p:nvSpPr>
        <p:spPr>
          <a:xfrm>
            <a:off x="2497688" y="3722784"/>
            <a:ext cx="53172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1</a:t>
            </a:r>
            <a:r>
              <a:rPr lang="ko-KR" altLang="en-US" sz="3000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학기 지원금사용 내역</a:t>
            </a:r>
            <a:r>
              <a:rPr lang="en-US" altLang="ko-KR" sz="3000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/</a:t>
            </a:r>
            <a:r>
              <a:rPr lang="ko-KR" altLang="en-US" sz="3000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목적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2206CB-911A-C89D-12E4-366AEEE45B92}"/>
              </a:ext>
            </a:extLst>
          </p:cNvPr>
          <p:cNvSpPr txBox="1"/>
          <p:nvPr/>
        </p:nvSpPr>
        <p:spPr>
          <a:xfrm>
            <a:off x="2524984" y="6958211"/>
            <a:ext cx="53172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2</a:t>
            </a:r>
            <a:r>
              <a:rPr lang="ko-KR" altLang="en-US" sz="3000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학기 지원금사용 내역</a:t>
            </a:r>
            <a:r>
              <a:rPr lang="en-US" altLang="ko-KR" sz="3000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/</a:t>
            </a:r>
            <a:r>
              <a:rPr lang="ko-KR" altLang="en-US" sz="3000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목적</a:t>
            </a:r>
          </a:p>
        </p:txBody>
      </p:sp>
      <p:grpSp>
        <p:nvGrpSpPr>
          <p:cNvPr id="19" name="그룹 1009">
            <a:extLst>
              <a:ext uri="{FF2B5EF4-FFF2-40B4-BE49-F238E27FC236}">
                <a16:creationId xmlns:a16="http://schemas.microsoft.com/office/drawing/2014/main" id="{D1C45A75-1391-29BE-CDE0-E1F4A21D0742}"/>
              </a:ext>
            </a:extLst>
          </p:cNvPr>
          <p:cNvGrpSpPr/>
          <p:nvPr/>
        </p:nvGrpSpPr>
        <p:grpSpPr>
          <a:xfrm>
            <a:off x="8822088" y="3545020"/>
            <a:ext cx="3819772" cy="2373687"/>
            <a:chOff x="2114860" y="4206008"/>
            <a:chExt cx="3819772" cy="2373687"/>
          </a:xfrm>
        </p:grpSpPr>
        <p:pic>
          <p:nvPicPr>
            <p:cNvPr id="20" name="Object 32">
              <a:extLst>
                <a:ext uri="{FF2B5EF4-FFF2-40B4-BE49-F238E27FC236}">
                  <a16:creationId xmlns:a16="http://schemas.microsoft.com/office/drawing/2014/main" id="{B98FA246-CE2D-DFC3-B6F5-92C1D6D432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114860" y="4206008"/>
              <a:ext cx="3819772" cy="2373687"/>
            </a:xfrm>
            <a:prstGeom prst="rect">
              <a:avLst/>
            </a:prstGeom>
          </p:spPr>
        </p:pic>
      </p:grpSp>
      <p:grpSp>
        <p:nvGrpSpPr>
          <p:cNvPr id="21" name="그룹 1009">
            <a:extLst>
              <a:ext uri="{FF2B5EF4-FFF2-40B4-BE49-F238E27FC236}">
                <a16:creationId xmlns:a16="http://schemas.microsoft.com/office/drawing/2014/main" id="{DEDD65B1-E1F2-BB4F-8480-329AD2B62374}"/>
              </a:ext>
            </a:extLst>
          </p:cNvPr>
          <p:cNvGrpSpPr/>
          <p:nvPr/>
        </p:nvGrpSpPr>
        <p:grpSpPr>
          <a:xfrm>
            <a:off x="13116067" y="3545020"/>
            <a:ext cx="3819772" cy="2373687"/>
            <a:chOff x="2114860" y="4206008"/>
            <a:chExt cx="3819772" cy="2373687"/>
          </a:xfrm>
        </p:grpSpPr>
        <p:pic>
          <p:nvPicPr>
            <p:cNvPr id="23" name="Object 32">
              <a:extLst>
                <a:ext uri="{FF2B5EF4-FFF2-40B4-BE49-F238E27FC236}">
                  <a16:creationId xmlns:a16="http://schemas.microsoft.com/office/drawing/2014/main" id="{ECF6C27D-9FED-7854-8E71-3F907399031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114860" y="4206008"/>
              <a:ext cx="3819772" cy="2373687"/>
            </a:xfrm>
            <a:prstGeom prst="rect">
              <a:avLst/>
            </a:prstGeom>
          </p:spPr>
        </p:pic>
      </p:grpSp>
      <p:grpSp>
        <p:nvGrpSpPr>
          <p:cNvPr id="24" name="그룹 1009">
            <a:extLst>
              <a:ext uri="{FF2B5EF4-FFF2-40B4-BE49-F238E27FC236}">
                <a16:creationId xmlns:a16="http://schemas.microsoft.com/office/drawing/2014/main" id="{F2E1A797-8BE7-BE85-F17D-C0D0C8F03027}"/>
              </a:ext>
            </a:extLst>
          </p:cNvPr>
          <p:cNvGrpSpPr/>
          <p:nvPr/>
        </p:nvGrpSpPr>
        <p:grpSpPr>
          <a:xfrm>
            <a:off x="8822088" y="6669686"/>
            <a:ext cx="3819772" cy="2373687"/>
            <a:chOff x="2114860" y="4206008"/>
            <a:chExt cx="3819772" cy="2373687"/>
          </a:xfrm>
        </p:grpSpPr>
        <p:pic>
          <p:nvPicPr>
            <p:cNvPr id="26" name="Object 32">
              <a:extLst>
                <a:ext uri="{FF2B5EF4-FFF2-40B4-BE49-F238E27FC236}">
                  <a16:creationId xmlns:a16="http://schemas.microsoft.com/office/drawing/2014/main" id="{E7A2F929-89CF-5370-D24E-A9FA2830877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114860" y="4206008"/>
              <a:ext cx="3819772" cy="2373687"/>
            </a:xfrm>
            <a:prstGeom prst="rect">
              <a:avLst/>
            </a:prstGeom>
          </p:spPr>
        </p:pic>
      </p:grpSp>
      <p:grpSp>
        <p:nvGrpSpPr>
          <p:cNvPr id="28" name="그룹 1009">
            <a:extLst>
              <a:ext uri="{FF2B5EF4-FFF2-40B4-BE49-F238E27FC236}">
                <a16:creationId xmlns:a16="http://schemas.microsoft.com/office/drawing/2014/main" id="{AAEAB1B9-C04D-A0AE-31E3-349CEFED18DD}"/>
              </a:ext>
            </a:extLst>
          </p:cNvPr>
          <p:cNvGrpSpPr/>
          <p:nvPr/>
        </p:nvGrpSpPr>
        <p:grpSpPr>
          <a:xfrm>
            <a:off x="13151324" y="6653590"/>
            <a:ext cx="3819772" cy="2373687"/>
            <a:chOff x="2114860" y="4206008"/>
            <a:chExt cx="3819772" cy="2373687"/>
          </a:xfrm>
        </p:grpSpPr>
        <p:pic>
          <p:nvPicPr>
            <p:cNvPr id="30" name="Object 32">
              <a:extLst>
                <a:ext uri="{FF2B5EF4-FFF2-40B4-BE49-F238E27FC236}">
                  <a16:creationId xmlns:a16="http://schemas.microsoft.com/office/drawing/2014/main" id="{1E14817F-B077-F799-1D76-717F2F4C2A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114860" y="4206008"/>
              <a:ext cx="3819772" cy="23736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13474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B8E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76021" y="394766"/>
            <a:ext cx="17533673" cy="9496183"/>
            <a:chOff x="376021" y="394766"/>
            <a:chExt cx="17533673" cy="9496183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6021" y="394766"/>
              <a:ext cx="17533673" cy="9496183"/>
            </a:xfrm>
            <a:prstGeom prst="rect">
              <a:avLst/>
            </a:prstGeom>
          </p:spPr>
        </p:pic>
      </p:grpSp>
      <p:pic>
        <p:nvPicPr>
          <p:cNvPr id="5" name="Object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481615" y="1385596"/>
            <a:ext cx="12578873" cy="1900703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1403131" y="3104299"/>
            <a:ext cx="15479452" cy="5672096"/>
            <a:chOff x="1403131" y="3104299"/>
            <a:chExt cx="15479452" cy="5672096"/>
          </a:xfrm>
        </p:grpSpPr>
        <p:pic>
          <p:nvPicPr>
            <p:cNvPr id="7" name="Object 6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03131" y="3104299"/>
              <a:ext cx="15479452" cy="5672096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7766980" y="1122412"/>
            <a:ext cx="2751754" cy="511570"/>
            <a:chOff x="7766980" y="1122412"/>
            <a:chExt cx="2751754" cy="511570"/>
          </a:xfrm>
        </p:grpSpPr>
        <p:pic>
          <p:nvPicPr>
            <p:cNvPr id="10" name="Object 9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66980" y="1122412"/>
              <a:ext cx="2751754" cy="511570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3742159" y="8228307"/>
            <a:ext cx="10801397" cy="1096177"/>
            <a:chOff x="3742159" y="8228307"/>
            <a:chExt cx="10801397" cy="1096177"/>
          </a:xfrm>
        </p:grpSpPr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42159" y="8228307"/>
              <a:ext cx="10801397" cy="1096177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4461415" y="5690658"/>
            <a:ext cx="4209524" cy="28571"/>
            <a:chOff x="4461415" y="5690658"/>
            <a:chExt cx="4209524" cy="28571"/>
          </a:xfrm>
        </p:grpSpPr>
        <p:pic>
          <p:nvPicPr>
            <p:cNvPr id="16" name="Object 15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 rot="5400000">
              <a:off x="4461415" y="5690658"/>
              <a:ext cx="4209524" cy="28571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9621415" y="5690658"/>
            <a:ext cx="4209524" cy="28571"/>
            <a:chOff x="9621415" y="5690658"/>
            <a:chExt cx="4209524" cy="28571"/>
          </a:xfrm>
        </p:grpSpPr>
        <p:pic>
          <p:nvPicPr>
            <p:cNvPr id="19" name="Object 18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 rot="5400000">
              <a:off x="9621415" y="5690658"/>
              <a:ext cx="4209524" cy="28571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4737585" y="8456857"/>
            <a:ext cx="639077" cy="639077"/>
            <a:chOff x="4737585" y="8456857"/>
            <a:chExt cx="639077" cy="639077"/>
          </a:xfrm>
        </p:grpSpPr>
        <p:pic>
          <p:nvPicPr>
            <p:cNvPr id="22" name="Object 21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737585" y="8456857"/>
              <a:ext cx="639077" cy="639077"/>
            </a:xfrm>
            <a:prstGeom prst="rect">
              <a:avLst/>
            </a:prstGeom>
          </p:spPr>
        </p:pic>
      </p:grpSp>
      <p:pic>
        <p:nvPicPr>
          <p:cNvPr id="24" name="Object 23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7861836" y="1035864"/>
            <a:ext cx="2720666" cy="833609"/>
          </a:xfrm>
          <a:prstGeom prst="rect">
            <a:avLst/>
          </a:prstGeom>
        </p:spPr>
      </p:pic>
      <p:pic>
        <p:nvPicPr>
          <p:cNvPr id="25" name="Object 24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777706" y="655742"/>
            <a:ext cx="2758023" cy="814204"/>
          </a:xfrm>
          <a:prstGeom prst="rect">
            <a:avLst/>
          </a:prstGeom>
        </p:spPr>
      </p:pic>
      <p:grpSp>
        <p:nvGrpSpPr>
          <p:cNvPr id="1008" name="그룹 1008"/>
          <p:cNvGrpSpPr/>
          <p:nvPr/>
        </p:nvGrpSpPr>
        <p:grpSpPr>
          <a:xfrm>
            <a:off x="5555580" y="8487503"/>
            <a:ext cx="8392402" cy="577784"/>
            <a:chOff x="5555580" y="8487503"/>
            <a:chExt cx="8392402" cy="577784"/>
          </a:xfrm>
        </p:grpSpPr>
        <p:pic>
          <p:nvPicPr>
            <p:cNvPr id="27" name="Object 26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555580" y="8487503"/>
              <a:ext cx="8392402" cy="577784"/>
            </a:xfrm>
            <a:prstGeom prst="rect">
              <a:avLst/>
            </a:prstGeom>
          </p:spPr>
        </p:pic>
      </p:grpSp>
      <p:pic>
        <p:nvPicPr>
          <p:cNvPr id="29" name="Object 28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12017294" y="655742"/>
            <a:ext cx="7086909" cy="814204"/>
          </a:xfrm>
          <a:prstGeom prst="rect">
            <a:avLst/>
          </a:prstGeom>
        </p:spPr>
      </p:pic>
      <p:pic>
        <p:nvPicPr>
          <p:cNvPr id="30" name="Object 29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5091390" y="8226948"/>
            <a:ext cx="9468808" cy="1492389"/>
          </a:xfrm>
          <a:prstGeom prst="rect">
            <a:avLst/>
          </a:prstGeom>
        </p:spPr>
      </p:pic>
      <p:pic>
        <p:nvPicPr>
          <p:cNvPr id="31" name="Object 30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1986221" y="6727669"/>
            <a:ext cx="3562488" cy="971316"/>
          </a:xfrm>
          <a:prstGeom prst="rect">
            <a:avLst/>
          </a:prstGeom>
        </p:spPr>
      </p:pic>
      <p:grpSp>
        <p:nvGrpSpPr>
          <p:cNvPr id="1009" name="그룹 1009"/>
          <p:cNvGrpSpPr/>
          <p:nvPr/>
        </p:nvGrpSpPr>
        <p:grpSpPr>
          <a:xfrm>
            <a:off x="2114860" y="4206008"/>
            <a:ext cx="3819772" cy="2373687"/>
            <a:chOff x="2114860" y="4206008"/>
            <a:chExt cx="3819772" cy="2373687"/>
          </a:xfrm>
        </p:grpSpPr>
        <p:pic>
          <p:nvPicPr>
            <p:cNvPr id="33" name="Object 32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114860" y="4206008"/>
              <a:ext cx="3819772" cy="2373687"/>
            </a:xfrm>
            <a:prstGeom prst="rect">
              <a:avLst/>
            </a:prstGeom>
          </p:spPr>
        </p:pic>
      </p:grpSp>
      <p:pic>
        <p:nvPicPr>
          <p:cNvPr id="35" name="Object 34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3057685" y="3422466"/>
            <a:ext cx="3156166" cy="921290"/>
          </a:xfrm>
          <a:prstGeom prst="rect">
            <a:avLst/>
          </a:prstGeom>
        </p:spPr>
      </p:pic>
      <p:grpSp>
        <p:nvGrpSpPr>
          <p:cNvPr id="1010" name="그룹 1010"/>
          <p:cNvGrpSpPr/>
          <p:nvPr/>
        </p:nvGrpSpPr>
        <p:grpSpPr>
          <a:xfrm>
            <a:off x="2763974" y="3603588"/>
            <a:ext cx="560984" cy="414970"/>
            <a:chOff x="2763974" y="3603588"/>
            <a:chExt cx="560984" cy="414970"/>
          </a:xfrm>
        </p:grpSpPr>
        <p:pic>
          <p:nvPicPr>
            <p:cNvPr id="37" name="Object 36"/>
            <p:cNvPicPr>
              <a:picLocks noChangeAspect="1"/>
            </p:cNvPicPr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763974" y="3603588"/>
              <a:ext cx="560984" cy="414970"/>
            </a:xfrm>
            <a:prstGeom prst="rect">
              <a:avLst/>
            </a:prstGeom>
          </p:spPr>
        </p:pic>
      </p:grpSp>
      <p:pic>
        <p:nvPicPr>
          <p:cNvPr id="39" name="Object 38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2771061" y="3525766"/>
            <a:ext cx="644604" cy="621604"/>
          </a:xfrm>
          <a:prstGeom prst="rect">
            <a:avLst/>
          </a:prstGeom>
        </p:spPr>
      </p:pic>
      <p:grpSp>
        <p:nvGrpSpPr>
          <p:cNvPr id="1011" name="그룹 1011"/>
          <p:cNvGrpSpPr/>
          <p:nvPr/>
        </p:nvGrpSpPr>
        <p:grpSpPr>
          <a:xfrm>
            <a:off x="7232971" y="4206008"/>
            <a:ext cx="3819772" cy="2373687"/>
            <a:chOff x="7232971" y="4206008"/>
            <a:chExt cx="3819772" cy="2373687"/>
          </a:xfrm>
        </p:grpSpPr>
        <p:pic>
          <p:nvPicPr>
            <p:cNvPr id="41" name="Object 40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232971" y="4206008"/>
              <a:ext cx="3819772" cy="2373687"/>
            </a:xfrm>
            <a:prstGeom prst="rect">
              <a:avLst/>
            </a:prstGeom>
          </p:spPr>
        </p:pic>
      </p:grpSp>
      <p:pic>
        <p:nvPicPr>
          <p:cNvPr id="43" name="Object 42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8191894" y="3422456"/>
            <a:ext cx="3107853" cy="921320"/>
          </a:xfrm>
          <a:prstGeom prst="rect">
            <a:avLst/>
          </a:prstGeom>
        </p:spPr>
      </p:pic>
      <p:grpSp>
        <p:nvGrpSpPr>
          <p:cNvPr id="1012" name="그룹 1012"/>
          <p:cNvGrpSpPr/>
          <p:nvPr/>
        </p:nvGrpSpPr>
        <p:grpSpPr>
          <a:xfrm>
            <a:off x="7882086" y="3603588"/>
            <a:ext cx="560984" cy="414970"/>
            <a:chOff x="7882086" y="3603588"/>
            <a:chExt cx="560984" cy="414970"/>
          </a:xfrm>
        </p:grpSpPr>
        <p:pic>
          <p:nvPicPr>
            <p:cNvPr id="45" name="Object 44"/>
            <p:cNvPicPr>
              <a:picLocks noChangeAspect="1"/>
            </p:cNvPicPr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882086" y="3603588"/>
              <a:ext cx="560984" cy="414970"/>
            </a:xfrm>
            <a:prstGeom prst="rect">
              <a:avLst/>
            </a:prstGeom>
          </p:spPr>
        </p:pic>
      </p:grpSp>
      <p:pic>
        <p:nvPicPr>
          <p:cNvPr id="47" name="Object 46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7913285" y="3531323"/>
            <a:ext cx="615232" cy="604946"/>
          </a:xfrm>
          <a:prstGeom prst="rect">
            <a:avLst/>
          </a:prstGeom>
        </p:spPr>
      </p:pic>
      <p:grpSp>
        <p:nvGrpSpPr>
          <p:cNvPr id="1013" name="그룹 1013"/>
          <p:cNvGrpSpPr/>
          <p:nvPr/>
        </p:nvGrpSpPr>
        <p:grpSpPr>
          <a:xfrm>
            <a:off x="12382426" y="4206008"/>
            <a:ext cx="3819772" cy="2373687"/>
            <a:chOff x="12382426" y="4206008"/>
            <a:chExt cx="3819772" cy="2373687"/>
          </a:xfrm>
        </p:grpSpPr>
        <p:pic>
          <p:nvPicPr>
            <p:cNvPr id="49" name="Object 48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2382426" y="4206008"/>
              <a:ext cx="3819772" cy="2373687"/>
            </a:xfrm>
            <a:prstGeom prst="rect">
              <a:avLst/>
            </a:prstGeom>
          </p:spPr>
        </p:pic>
      </p:grpSp>
      <p:pic>
        <p:nvPicPr>
          <p:cNvPr id="51" name="Object 50"/>
          <p:cNvPicPr>
            <a:picLocks noChangeAspect="1"/>
          </p:cNvPicPr>
          <p:nvPr/>
        </p:nvPicPr>
        <p:blipFill>
          <a:blip r:embed="rId21" cstate="print"/>
          <a:stretch>
            <a:fillRect/>
          </a:stretch>
        </p:blipFill>
        <p:spPr>
          <a:xfrm>
            <a:off x="13248218" y="3422456"/>
            <a:ext cx="2583634" cy="921320"/>
          </a:xfrm>
          <a:prstGeom prst="rect">
            <a:avLst/>
          </a:prstGeom>
        </p:spPr>
      </p:pic>
      <p:grpSp>
        <p:nvGrpSpPr>
          <p:cNvPr id="1014" name="그룹 1014"/>
          <p:cNvGrpSpPr/>
          <p:nvPr/>
        </p:nvGrpSpPr>
        <p:grpSpPr>
          <a:xfrm>
            <a:off x="13031540" y="3603588"/>
            <a:ext cx="560984" cy="414970"/>
            <a:chOff x="13031540" y="3603588"/>
            <a:chExt cx="560984" cy="414970"/>
          </a:xfrm>
        </p:grpSpPr>
        <p:pic>
          <p:nvPicPr>
            <p:cNvPr id="53" name="Object 52"/>
            <p:cNvPicPr>
              <a:picLocks noChangeAspect="1"/>
            </p:cNvPicPr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3031540" y="3603588"/>
              <a:ext cx="560984" cy="414970"/>
            </a:xfrm>
            <a:prstGeom prst="rect">
              <a:avLst/>
            </a:prstGeom>
          </p:spPr>
        </p:pic>
      </p:grpSp>
      <p:pic>
        <p:nvPicPr>
          <p:cNvPr id="55" name="Object 54"/>
          <p:cNvPicPr>
            <a:picLocks noChangeAspect="1"/>
          </p:cNvPicPr>
          <p:nvPr/>
        </p:nvPicPr>
        <p:blipFill>
          <a:blip r:embed="rId22" cstate="print"/>
          <a:stretch>
            <a:fillRect/>
          </a:stretch>
        </p:blipFill>
        <p:spPr>
          <a:xfrm>
            <a:off x="13067190" y="3531323"/>
            <a:ext cx="610755" cy="604946"/>
          </a:xfrm>
          <a:prstGeom prst="rect">
            <a:avLst/>
          </a:prstGeom>
        </p:spPr>
      </p:pic>
      <p:pic>
        <p:nvPicPr>
          <p:cNvPr id="56" name="Object 55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7098018" y="6727669"/>
            <a:ext cx="3562488" cy="971316"/>
          </a:xfrm>
          <a:prstGeom prst="rect">
            <a:avLst/>
          </a:prstGeom>
        </p:spPr>
      </p:pic>
      <p:pic>
        <p:nvPicPr>
          <p:cNvPr id="57" name="Object 56"/>
          <p:cNvPicPr>
            <a:picLocks noChangeAspect="1"/>
          </p:cNvPicPr>
          <p:nvPr/>
        </p:nvPicPr>
        <p:blipFill>
          <a:blip r:embed="rId23" cstate="print"/>
          <a:stretch>
            <a:fillRect/>
          </a:stretch>
        </p:blipFill>
        <p:spPr>
          <a:xfrm>
            <a:off x="12328002" y="6727669"/>
            <a:ext cx="3562488" cy="9713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B8E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76021" y="394766"/>
            <a:ext cx="17533673" cy="9496183"/>
            <a:chOff x="376021" y="394766"/>
            <a:chExt cx="17533673" cy="9496183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6021" y="394766"/>
              <a:ext cx="17533673" cy="9496183"/>
            </a:xfrm>
            <a:prstGeom prst="rect">
              <a:avLst/>
            </a:prstGeom>
          </p:spPr>
        </p:pic>
      </p:grpSp>
      <p:pic>
        <p:nvPicPr>
          <p:cNvPr id="5" name="Object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328824" y="1385596"/>
            <a:ext cx="12752664" cy="1900703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7766980" y="1122412"/>
            <a:ext cx="2751754" cy="511570"/>
            <a:chOff x="7766980" y="1122412"/>
            <a:chExt cx="2751754" cy="511570"/>
          </a:xfrm>
        </p:grpSpPr>
        <p:pic>
          <p:nvPicPr>
            <p:cNvPr id="7" name="Object 6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66980" y="1122412"/>
              <a:ext cx="2751754" cy="511570"/>
            </a:xfrm>
            <a:prstGeom prst="rect">
              <a:avLst/>
            </a:prstGeom>
          </p:spPr>
        </p:pic>
      </p:grpSp>
      <p:pic>
        <p:nvPicPr>
          <p:cNvPr id="9" name="Object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77706" y="655743"/>
            <a:ext cx="2758022" cy="814203"/>
          </a:xfrm>
          <a:prstGeom prst="rect">
            <a:avLst/>
          </a:prstGeom>
        </p:spPr>
      </p:pic>
      <p:pic>
        <p:nvPicPr>
          <p:cNvPr id="10" name="Object 9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2676649" y="655743"/>
            <a:ext cx="6094956" cy="814203"/>
          </a:xfrm>
          <a:prstGeom prst="rect">
            <a:avLst/>
          </a:prstGeom>
        </p:spPr>
      </p:pic>
      <p:grpSp>
        <p:nvGrpSpPr>
          <p:cNvPr id="1003" name="그룹 1003"/>
          <p:cNvGrpSpPr/>
          <p:nvPr/>
        </p:nvGrpSpPr>
        <p:grpSpPr>
          <a:xfrm>
            <a:off x="2599598" y="2716451"/>
            <a:ext cx="13086519" cy="1347300"/>
            <a:chOff x="2599598" y="2716451"/>
            <a:chExt cx="13086519" cy="1347300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599598" y="2716451"/>
              <a:ext cx="13086519" cy="1347300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2599598" y="4360722"/>
            <a:ext cx="6319059" cy="4877950"/>
            <a:chOff x="2599598" y="4360722"/>
            <a:chExt cx="6319059" cy="4877950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599598" y="4360722"/>
              <a:ext cx="6319059" cy="4877950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4166157" y="3066380"/>
            <a:ext cx="639077" cy="639077"/>
            <a:chOff x="4166157" y="3066380"/>
            <a:chExt cx="639077" cy="639077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166157" y="3066380"/>
              <a:ext cx="639077" cy="639077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5899183" y="3050284"/>
            <a:ext cx="7698188" cy="577784"/>
            <a:chOff x="5899183" y="3050284"/>
            <a:chExt cx="7698188" cy="577784"/>
          </a:xfrm>
        </p:grpSpPr>
        <p:pic>
          <p:nvPicPr>
            <p:cNvPr id="21" name="Object 20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99183" y="3050284"/>
              <a:ext cx="7698188" cy="577784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9323964" y="4360722"/>
            <a:ext cx="6319059" cy="4877950"/>
            <a:chOff x="9323964" y="4360722"/>
            <a:chExt cx="6319059" cy="4877950"/>
          </a:xfrm>
        </p:grpSpPr>
        <p:pic>
          <p:nvPicPr>
            <p:cNvPr id="24" name="Object 23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323964" y="4360722"/>
              <a:ext cx="6319059" cy="4877950"/>
            </a:xfrm>
            <a:prstGeom prst="rect">
              <a:avLst/>
            </a:prstGeom>
          </p:spPr>
        </p:pic>
      </p:grpSp>
      <p:pic>
        <p:nvPicPr>
          <p:cNvPr id="26" name="Object 25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4577155" y="3015336"/>
            <a:ext cx="11018684" cy="997151"/>
          </a:xfrm>
          <a:prstGeom prst="rect">
            <a:avLst/>
          </a:prstGeom>
        </p:spPr>
      </p:pic>
      <p:pic>
        <p:nvPicPr>
          <p:cNvPr id="27" name="Object 26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7871512" y="1029455"/>
            <a:ext cx="2712913" cy="839513"/>
          </a:xfrm>
          <a:prstGeom prst="rect">
            <a:avLst/>
          </a:prstGeom>
        </p:spPr>
      </p:pic>
      <p:pic>
        <p:nvPicPr>
          <p:cNvPr id="28" name="Object 27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3405165" y="4789488"/>
            <a:ext cx="3398804" cy="1210223"/>
          </a:xfrm>
          <a:prstGeom prst="rect">
            <a:avLst/>
          </a:prstGeom>
        </p:spPr>
      </p:pic>
      <p:pic>
        <p:nvPicPr>
          <p:cNvPr id="29" name="Object 28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3000183" y="5647521"/>
            <a:ext cx="5209669" cy="1404783"/>
          </a:xfrm>
          <a:prstGeom prst="rect">
            <a:avLst/>
          </a:prstGeom>
        </p:spPr>
      </p:pic>
      <p:pic>
        <p:nvPicPr>
          <p:cNvPr id="30" name="Object 29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9428464" y="5666159"/>
            <a:ext cx="5012364" cy="1832488"/>
          </a:xfrm>
          <a:prstGeom prst="rect">
            <a:avLst/>
          </a:prstGeom>
        </p:spPr>
      </p:pic>
      <p:pic>
        <p:nvPicPr>
          <p:cNvPr id="31" name="Object 30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10629856" y="4789488"/>
            <a:ext cx="3415747" cy="121022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B8E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76021" y="394766"/>
            <a:ext cx="17533673" cy="9496183"/>
            <a:chOff x="376021" y="394766"/>
            <a:chExt cx="17533673" cy="9496183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6021" y="394766"/>
              <a:ext cx="17533673" cy="9496183"/>
            </a:xfrm>
            <a:prstGeom prst="rect">
              <a:avLst/>
            </a:prstGeom>
          </p:spPr>
        </p:pic>
      </p:grpSp>
      <p:pic>
        <p:nvPicPr>
          <p:cNvPr id="5" name="Object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540062" y="1385596"/>
            <a:ext cx="13520206" cy="1900703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7766980" y="1122412"/>
            <a:ext cx="2751754" cy="511570"/>
            <a:chOff x="7766980" y="1122412"/>
            <a:chExt cx="2751754" cy="511570"/>
          </a:xfrm>
        </p:grpSpPr>
        <p:pic>
          <p:nvPicPr>
            <p:cNvPr id="7" name="Object 6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66980" y="1122412"/>
              <a:ext cx="2751754" cy="511570"/>
            </a:xfrm>
            <a:prstGeom prst="rect">
              <a:avLst/>
            </a:prstGeom>
          </p:spPr>
        </p:pic>
      </p:grpSp>
      <p:pic>
        <p:nvPicPr>
          <p:cNvPr id="9" name="Object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945274" y="1029455"/>
            <a:ext cx="2602275" cy="839513"/>
          </a:xfrm>
          <a:prstGeom prst="rect">
            <a:avLst/>
          </a:prstGeom>
        </p:spPr>
      </p:pic>
      <p:pic>
        <p:nvPicPr>
          <p:cNvPr id="10" name="Object 9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682982" y="2563993"/>
            <a:ext cx="12342753" cy="747363"/>
          </a:xfrm>
          <a:prstGeom prst="rect">
            <a:avLst/>
          </a:prstGeom>
        </p:spPr>
      </p:pic>
      <p:pic>
        <p:nvPicPr>
          <p:cNvPr id="11" name="Object 10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777706" y="655743"/>
            <a:ext cx="2758022" cy="814203"/>
          </a:xfrm>
          <a:prstGeom prst="rect">
            <a:avLst/>
          </a:prstGeom>
        </p:spPr>
      </p:pic>
      <p:pic>
        <p:nvPicPr>
          <p:cNvPr id="12" name="Object 11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9530725" y="655743"/>
            <a:ext cx="10813765" cy="814203"/>
          </a:xfrm>
          <a:prstGeom prst="rect">
            <a:avLst/>
          </a:prstGeom>
        </p:spPr>
      </p:pic>
      <p:grpSp>
        <p:nvGrpSpPr>
          <p:cNvPr id="1003" name="그룹 1003"/>
          <p:cNvGrpSpPr/>
          <p:nvPr/>
        </p:nvGrpSpPr>
        <p:grpSpPr>
          <a:xfrm>
            <a:off x="1558026" y="3390013"/>
            <a:ext cx="7493175" cy="2923810"/>
            <a:chOff x="1558026" y="3390013"/>
            <a:chExt cx="7493175" cy="2923810"/>
          </a:xfrm>
        </p:grpSpPr>
        <p:pic>
          <p:nvPicPr>
            <p:cNvPr id="14" name="Object 13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58026" y="3390013"/>
              <a:ext cx="7493175" cy="2923810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2113854" y="3967461"/>
            <a:ext cx="1768913" cy="1768913"/>
            <a:chOff x="2113854" y="3967461"/>
            <a:chExt cx="1768913" cy="1768913"/>
          </a:xfrm>
        </p:grpSpPr>
        <p:pic>
          <p:nvPicPr>
            <p:cNvPr id="17" name="Object 16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113854" y="3967461"/>
              <a:ext cx="1768913" cy="1768913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2460407" y="4224203"/>
            <a:ext cx="1098701" cy="1098701"/>
            <a:chOff x="2460407" y="4224203"/>
            <a:chExt cx="1098701" cy="1098701"/>
          </a:xfrm>
        </p:grpSpPr>
        <p:pic>
          <p:nvPicPr>
            <p:cNvPr id="20" name="Object 19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460407" y="4224203"/>
              <a:ext cx="1098701" cy="1098701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4296171" y="4851918"/>
            <a:ext cx="4068910" cy="946987"/>
            <a:chOff x="4296171" y="4851918"/>
            <a:chExt cx="4068910" cy="946987"/>
          </a:xfrm>
        </p:grpSpPr>
        <p:pic>
          <p:nvPicPr>
            <p:cNvPr id="23" name="Object 22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296171" y="4851918"/>
              <a:ext cx="4068910" cy="946987"/>
            </a:xfrm>
            <a:prstGeom prst="rect">
              <a:avLst/>
            </a:prstGeom>
          </p:spPr>
        </p:pic>
      </p:grpSp>
      <p:pic>
        <p:nvPicPr>
          <p:cNvPr id="25" name="Object 24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4192580" y="3813722"/>
            <a:ext cx="1877425" cy="886853"/>
          </a:xfrm>
          <a:prstGeom prst="rect">
            <a:avLst/>
          </a:prstGeom>
        </p:spPr>
      </p:pic>
      <p:pic>
        <p:nvPicPr>
          <p:cNvPr id="26" name="Object 25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4200316" y="4462850"/>
            <a:ext cx="3142411" cy="579983"/>
          </a:xfrm>
          <a:prstGeom prst="rect">
            <a:avLst/>
          </a:prstGeom>
        </p:spPr>
      </p:pic>
      <p:grpSp>
        <p:nvGrpSpPr>
          <p:cNvPr id="1007" name="그룹 1007"/>
          <p:cNvGrpSpPr/>
          <p:nvPr/>
        </p:nvGrpSpPr>
        <p:grpSpPr>
          <a:xfrm>
            <a:off x="9238095" y="3390013"/>
            <a:ext cx="7493175" cy="2923810"/>
            <a:chOff x="9238095" y="3390013"/>
            <a:chExt cx="7493175" cy="2923810"/>
          </a:xfrm>
        </p:grpSpPr>
        <p:pic>
          <p:nvPicPr>
            <p:cNvPr id="28" name="Object 27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238095" y="3390013"/>
              <a:ext cx="7493175" cy="2923810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11976240" y="4851918"/>
            <a:ext cx="4066667" cy="946987"/>
            <a:chOff x="11976240" y="4851918"/>
            <a:chExt cx="4066667" cy="946987"/>
          </a:xfrm>
        </p:grpSpPr>
        <p:pic>
          <p:nvPicPr>
            <p:cNvPr id="31" name="Object 30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1976240" y="4851918"/>
              <a:ext cx="4066667" cy="946987"/>
            </a:xfrm>
            <a:prstGeom prst="rect">
              <a:avLst/>
            </a:prstGeom>
          </p:spPr>
        </p:pic>
      </p:grpSp>
      <p:pic>
        <p:nvPicPr>
          <p:cNvPr id="33" name="Object 32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11872646" y="3813722"/>
            <a:ext cx="2244730" cy="886853"/>
          </a:xfrm>
          <a:prstGeom prst="rect">
            <a:avLst/>
          </a:prstGeom>
        </p:spPr>
      </p:pic>
      <p:pic>
        <p:nvPicPr>
          <p:cNvPr id="34" name="Object 33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11880383" y="4462850"/>
            <a:ext cx="3142411" cy="579983"/>
          </a:xfrm>
          <a:prstGeom prst="rect">
            <a:avLst/>
          </a:prstGeom>
        </p:spPr>
      </p:pic>
      <p:grpSp>
        <p:nvGrpSpPr>
          <p:cNvPr id="1009" name="그룹 1009"/>
          <p:cNvGrpSpPr/>
          <p:nvPr/>
        </p:nvGrpSpPr>
        <p:grpSpPr>
          <a:xfrm>
            <a:off x="1558026" y="6503787"/>
            <a:ext cx="7493175" cy="2923810"/>
            <a:chOff x="1558026" y="6503787"/>
            <a:chExt cx="7493175" cy="2923810"/>
          </a:xfrm>
        </p:grpSpPr>
        <p:pic>
          <p:nvPicPr>
            <p:cNvPr id="36" name="Object 35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58026" y="6503787"/>
              <a:ext cx="7493175" cy="2923810"/>
            </a:xfrm>
            <a:prstGeom prst="rect">
              <a:avLst/>
            </a:prstGeom>
          </p:spPr>
        </p:pic>
      </p:grpSp>
      <p:grpSp>
        <p:nvGrpSpPr>
          <p:cNvPr id="1010" name="그룹 1010"/>
          <p:cNvGrpSpPr/>
          <p:nvPr/>
        </p:nvGrpSpPr>
        <p:grpSpPr>
          <a:xfrm>
            <a:off x="4303076" y="7965691"/>
            <a:ext cx="4066667" cy="946987"/>
            <a:chOff x="4303076" y="7965691"/>
            <a:chExt cx="4066667" cy="946987"/>
          </a:xfrm>
        </p:grpSpPr>
        <p:pic>
          <p:nvPicPr>
            <p:cNvPr id="39" name="Object 38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303076" y="7965691"/>
              <a:ext cx="4066667" cy="946987"/>
            </a:xfrm>
            <a:prstGeom prst="rect">
              <a:avLst/>
            </a:prstGeom>
          </p:spPr>
        </p:pic>
      </p:grpSp>
      <p:pic>
        <p:nvPicPr>
          <p:cNvPr id="41" name="Object 40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4192580" y="6927494"/>
            <a:ext cx="3341053" cy="886853"/>
          </a:xfrm>
          <a:prstGeom prst="rect">
            <a:avLst/>
          </a:prstGeom>
        </p:spPr>
      </p:pic>
      <p:pic>
        <p:nvPicPr>
          <p:cNvPr id="42" name="Object 41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4200316" y="7576621"/>
            <a:ext cx="3142411" cy="579983"/>
          </a:xfrm>
          <a:prstGeom prst="rect">
            <a:avLst/>
          </a:prstGeom>
        </p:spPr>
      </p:pic>
      <p:grpSp>
        <p:nvGrpSpPr>
          <p:cNvPr id="1011" name="그룹 1011"/>
          <p:cNvGrpSpPr/>
          <p:nvPr/>
        </p:nvGrpSpPr>
        <p:grpSpPr>
          <a:xfrm>
            <a:off x="9238095" y="6503787"/>
            <a:ext cx="7493175" cy="2923810"/>
            <a:chOff x="9238095" y="6503787"/>
            <a:chExt cx="7493175" cy="2923810"/>
          </a:xfrm>
        </p:grpSpPr>
        <p:pic>
          <p:nvPicPr>
            <p:cNvPr id="44" name="Object 43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238095" y="6503787"/>
              <a:ext cx="7493175" cy="2923810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9814894" y="3967461"/>
            <a:ext cx="1768913" cy="1768913"/>
            <a:chOff x="9814894" y="3967461"/>
            <a:chExt cx="1768913" cy="1768913"/>
          </a:xfrm>
        </p:grpSpPr>
        <p:pic>
          <p:nvPicPr>
            <p:cNvPr id="47" name="Object 46"/>
            <p:cNvPicPr>
              <a:picLocks noChangeAspect="1"/>
            </p:cNvPicPr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814894" y="3967461"/>
              <a:ext cx="1768913" cy="1768913"/>
            </a:xfrm>
            <a:prstGeom prst="rect">
              <a:avLst/>
            </a:prstGeom>
          </p:spPr>
        </p:pic>
      </p:grpSp>
      <p:grpSp>
        <p:nvGrpSpPr>
          <p:cNvPr id="1013" name="그룹 1013"/>
          <p:cNvGrpSpPr/>
          <p:nvPr/>
        </p:nvGrpSpPr>
        <p:grpSpPr>
          <a:xfrm>
            <a:off x="2113854" y="7081235"/>
            <a:ext cx="1768913" cy="1768913"/>
            <a:chOff x="2113854" y="7081235"/>
            <a:chExt cx="1768913" cy="1768913"/>
          </a:xfrm>
        </p:grpSpPr>
        <p:pic>
          <p:nvPicPr>
            <p:cNvPr id="50" name="Object 49"/>
            <p:cNvPicPr>
              <a:picLocks noChangeAspect="1"/>
            </p:cNvPicPr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113854" y="7081235"/>
              <a:ext cx="1768913" cy="1768913"/>
            </a:xfrm>
            <a:prstGeom prst="rect">
              <a:avLst/>
            </a:prstGeom>
          </p:spPr>
        </p:pic>
      </p:grpSp>
      <p:grpSp>
        <p:nvGrpSpPr>
          <p:cNvPr id="1014" name="그룹 1014"/>
          <p:cNvGrpSpPr/>
          <p:nvPr/>
        </p:nvGrpSpPr>
        <p:grpSpPr>
          <a:xfrm>
            <a:off x="9814894" y="7081235"/>
            <a:ext cx="1768913" cy="1768913"/>
            <a:chOff x="9814894" y="7081235"/>
            <a:chExt cx="1768913" cy="1768913"/>
          </a:xfrm>
        </p:grpSpPr>
        <p:pic>
          <p:nvPicPr>
            <p:cNvPr id="53" name="Object 52"/>
            <p:cNvPicPr>
              <a:picLocks noChangeAspect="1"/>
            </p:cNvPicPr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9814894" y="7081235"/>
              <a:ext cx="1768913" cy="1768913"/>
            </a:xfrm>
            <a:prstGeom prst="rect">
              <a:avLst/>
            </a:prstGeom>
          </p:spPr>
        </p:pic>
      </p:grpSp>
      <p:grpSp>
        <p:nvGrpSpPr>
          <p:cNvPr id="1015" name="그룹 1015"/>
          <p:cNvGrpSpPr/>
          <p:nvPr/>
        </p:nvGrpSpPr>
        <p:grpSpPr>
          <a:xfrm>
            <a:off x="11983145" y="7965691"/>
            <a:ext cx="4066667" cy="946987"/>
            <a:chOff x="11983145" y="7965691"/>
            <a:chExt cx="4066667" cy="946987"/>
          </a:xfrm>
        </p:grpSpPr>
        <p:pic>
          <p:nvPicPr>
            <p:cNvPr id="56" name="Object 55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1983145" y="7965691"/>
              <a:ext cx="4066667" cy="946987"/>
            </a:xfrm>
            <a:prstGeom prst="rect">
              <a:avLst/>
            </a:prstGeom>
          </p:spPr>
        </p:pic>
      </p:grpSp>
      <p:grpSp>
        <p:nvGrpSpPr>
          <p:cNvPr id="1016" name="그룹 1016"/>
          <p:cNvGrpSpPr/>
          <p:nvPr/>
        </p:nvGrpSpPr>
        <p:grpSpPr>
          <a:xfrm>
            <a:off x="10205082" y="7471423"/>
            <a:ext cx="988536" cy="988536"/>
            <a:chOff x="10205082" y="7471423"/>
            <a:chExt cx="988536" cy="988536"/>
          </a:xfrm>
        </p:grpSpPr>
        <p:pic>
          <p:nvPicPr>
            <p:cNvPr id="59" name="Object 58"/>
            <p:cNvPicPr>
              <a:picLocks noChangeAspect="1"/>
            </p:cNvPicPr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0205082" y="7471423"/>
              <a:ext cx="988536" cy="988536"/>
            </a:xfrm>
            <a:prstGeom prst="rect">
              <a:avLst/>
            </a:prstGeom>
          </p:spPr>
        </p:pic>
      </p:grpSp>
      <p:pic>
        <p:nvPicPr>
          <p:cNvPr id="61" name="Object 60"/>
          <p:cNvPicPr>
            <a:picLocks noChangeAspect="1"/>
          </p:cNvPicPr>
          <p:nvPr/>
        </p:nvPicPr>
        <p:blipFill>
          <a:blip r:embed="rId22" cstate="print"/>
          <a:stretch>
            <a:fillRect/>
          </a:stretch>
        </p:blipFill>
        <p:spPr>
          <a:xfrm>
            <a:off x="11882170" y="6954341"/>
            <a:ext cx="1837492" cy="876101"/>
          </a:xfrm>
          <a:prstGeom prst="rect">
            <a:avLst/>
          </a:prstGeom>
        </p:spPr>
      </p:pic>
      <p:pic>
        <p:nvPicPr>
          <p:cNvPr id="62" name="Object 61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11880383" y="7576621"/>
            <a:ext cx="3142411" cy="579983"/>
          </a:xfrm>
          <a:prstGeom prst="rect">
            <a:avLst/>
          </a:prstGeom>
        </p:spPr>
      </p:pic>
      <p:grpSp>
        <p:nvGrpSpPr>
          <p:cNvPr id="1017" name="그룹 1017"/>
          <p:cNvGrpSpPr/>
          <p:nvPr/>
        </p:nvGrpSpPr>
        <p:grpSpPr>
          <a:xfrm>
            <a:off x="10164755" y="4233299"/>
            <a:ext cx="1063754" cy="1063754"/>
            <a:chOff x="10164755" y="4233299"/>
            <a:chExt cx="1063754" cy="1063754"/>
          </a:xfrm>
        </p:grpSpPr>
        <p:pic>
          <p:nvPicPr>
            <p:cNvPr id="64" name="Object 63"/>
            <p:cNvPicPr>
              <a:picLocks noChangeAspect="1"/>
            </p:cNvPicPr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0164755" y="4233299"/>
              <a:ext cx="1063754" cy="1063754"/>
            </a:xfrm>
            <a:prstGeom prst="rect">
              <a:avLst/>
            </a:prstGeom>
          </p:spPr>
        </p:pic>
      </p:grpSp>
      <p:grpSp>
        <p:nvGrpSpPr>
          <p:cNvPr id="1018" name="그룹 1018"/>
          <p:cNvGrpSpPr/>
          <p:nvPr/>
        </p:nvGrpSpPr>
        <p:grpSpPr>
          <a:xfrm>
            <a:off x="2580200" y="7538057"/>
            <a:ext cx="874316" cy="874316"/>
            <a:chOff x="2580200" y="7538057"/>
            <a:chExt cx="874316" cy="874316"/>
          </a:xfrm>
        </p:grpSpPr>
        <p:pic>
          <p:nvPicPr>
            <p:cNvPr id="67" name="Object 66"/>
            <p:cNvPicPr>
              <a:picLocks noChangeAspect="1"/>
            </p:cNvPicPr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580200" y="7538057"/>
              <a:ext cx="874316" cy="87431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B8E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76021" y="394766"/>
            <a:ext cx="17533673" cy="9496183"/>
            <a:chOff x="376021" y="394766"/>
            <a:chExt cx="17533673" cy="9496183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6021" y="394766"/>
              <a:ext cx="17533673" cy="9496183"/>
            </a:xfrm>
            <a:prstGeom prst="rect">
              <a:avLst/>
            </a:prstGeom>
          </p:spPr>
        </p:pic>
      </p:grpSp>
      <p:pic>
        <p:nvPicPr>
          <p:cNvPr id="5" name="Object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1175176" y="1385596"/>
            <a:ext cx="17966683" cy="1900703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7766980" y="1122412"/>
            <a:ext cx="2751754" cy="511570"/>
            <a:chOff x="7766980" y="1122412"/>
            <a:chExt cx="2751754" cy="511570"/>
          </a:xfrm>
        </p:grpSpPr>
        <p:pic>
          <p:nvPicPr>
            <p:cNvPr id="7" name="Object 6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66980" y="1122412"/>
              <a:ext cx="2751754" cy="511570"/>
            </a:xfrm>
            <a:prstGeom prst="rect">
              <a:avLst/>
            </a:prstGeom>
          </p:spPr>
        </p:pic>
      </p:grpSp>
      <p:pic>
        <p:nvPicPr>
          <p:cNvPr id="9" name="Object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857912" y="1035864"/>
            <a:ext cx="2724066" cy="833609"/>
          </a:xfrm>
          <a:prstGeom prst="rect">
            <a:avLst/>
          </a:prstGeom>
        </p:spPr>
      </p:pic>
      <p:pic>
        <p:nvPicPr>
          <p:cNvPr id="10" name="Object 9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4504859" y="2563993"/>
            <a:ext cx="9171582" cy="747363"/>
          </a:xfrm>
          <a:prstGeom prst="rect">
            <a:avLst/>
          </a:prstGeom>
        </p:spPr>
      </p:pic>
      <p:pic>
        <p:nvPicPr>
          <p:cNvPr id="11" name="Object 10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777706" y="655742"/>
            <a:ext cx="2777070" cy="814204"/>
          </a:xfrm>
          <a:prstGeom prst="rect">
            <a:avLst/>
          </a:prstGeom>
        </p:spPr>
      </p:pic>
      <p:pic>
        <p:nvPicPr>
          <p:cNvPr id="12" name="Object 11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12476068" y="655742"/>
            <a:ext cx="6409080" cy="814204"/>
          </a:xfrm>
          <a:prstGeom prst="rect">
            <a:avLst/>
          </a:prstGeom>
        </p:spPr>
      </p:pic>
      <p:grpSp>
        <p:nvGrpSpPr>
          <p:cNvPr id="1003" name="그룹 1003"/>
          <p:cNvGrpSpPr/>
          <p:nvPr/>
        </p:nvGrpSpPr>
        <p:grpSpPr>
          <a:xfrm>
            <a:off x="1438290" y="7735666"/>
            <a:ext cx="15409135" cy="1588818"/>
            <a:chOff x="1438290" y="7735666"/>
            <a:chExt cx="15409135" cy="1588818"/>
          </a:xfrm>
        </p:grpSpPr>
        <p:pic>
          <p:nvPicPr>
            <p:cNvPr id="14" name="Object 13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38290" y="7735666"/>
              <a:ext cx="15409135" cy="1588818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1993161" y="8171542"/>
            <a:ext cx="639077" cy="639077"/>
            <a:chOff x="1993161" y="8171542"/>
            <a:chExt cx="639077" cy="639077"/>
          </a:xfrm>
        </p:grpSpPr>
        <p:pic>
          <p:nvPicPr>
            <p:cNvPr id="17" name="Object 16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993161" y="8171542"/>
              <a:ext cx="639077" cy="639077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8760227" y="5077939"/>
            <a:ext cx="765260" cy="748412"/>
            <a:chOff x="8760227" y="5077939"/>
            <a:chExt cx="765260" cy="748412"/>
          </a:xfrm>
        </p:grpSpPr>
        <p:pic>
          <p:nvPicPr>
            <p:cNvPr id="20" name="Object 19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760227" y="5077939"/>
              <a:ext cx="765260" cy="748412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1416644" y="3781161"/>
            <a:ext cx="7018730" cy="3612425"/>
            <a:chOff x="1416644" y="3781161"/>
            <a:chExt cx="7018730" cy="3612425"/>
          </a:xfrm>
        </p:grpSpPr>
        <p:pic>
          <p:nvPicPr>
            <p:cNvPr id="23" name="Object 22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416644" y="3781161"/>
              <a:ext cx="7018730" cy="3612425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2664895" y="3413239"/>
            <a:ext cx="4522228" cy="757572"/>
            <a:chOff x="2664895" y="3413239"/>
            <a:chExt cx="4522228" cy="757572"/>
          </a:xfrm>
        </p:grpSpPr>
        <p:pic>
          <p:nvPicPr>
            <p:cNvPr id="26" name="Object 25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664895" y="3413239"/>
              <a:ext cx="4522228" cy="757572"/>
            </a:xfrm>
            <a:prstGeom prst="rect">
              <a:avLst/>
            </a:prstGeom>
          </p:spPr>
        </p:pic>
      </p:grpSp>
      <p:pic>
        <p:nvPicPr>
          <p:cNvPr id="28" name="Object 27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3062523" y="3426580"/>
            <a:ext cx="3710718" cy="886851"/>
          </a:xfrm>
          <a:prstGeom prst="rect">
            <a:avLst/>
          </a:prstGeom>
        </p:spPr>
      </p:pic>
      <p:pic>
        <p:nvPicPr>
          <p:cNvPr id="29" name="Object 28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2098621" y="4530059"/>
            <a:ext cx="4366906" cy="663478"/>
          </a:xfrm>
          <a:prstGeom prst="rect">
            <a:avLst/>
          </a:prstGeom>
        </p:spPr>
      </p:pic>
      <p:grpSp>
        <p:nvGrpSpPr>
          <p:cNvPr id="1008" name="그룹 1008"/>
          <p:cNvGrpSpPr/>
          <p:nvPr/>
        </p:nvGrpSpPr>
        <p:grpSpPr>
          <a:xfrm>
            <a:off x="2099803" y="5004299"/>
            <a:ext cx="5682510" cy="1976291"/>
            <a:chOff x="2099803" y="5004299"/>
            <a:chExt cx="5682510" cy="1976291"/>
          </a:xfrm>
        </p:grpSpPr>
        <p:pic>
          <p:nvPicPr>
            <p:cNvPr id="31" name="Object 30"/>
            <p:cNvPicPr>
              <a:picLocks noChangeAspect="1"/>
            </p:cNvPicPr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099803" y="5004299"/>
              <a:ext cx="5682510" cy="1976291"/>
            </a:xfrm>
            <a:prstGeom prst="rect">
              <a:avLst/>
            </a:prstGeom>
          </p:spPr>
        </p:pic>
      </p:grpSp>
      <p:pic>
        <p:nvPicPr>
          <p:cNvPr id="33" name="Object 32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1572365" y="8138357"/>
            <a:ext cx="15339037" cy="946799"/>
          </a:xfrm>
          <a:prstGeom prst="rect">
            <a:avLst/>
          </a:prstGeom>
        </p:spPr>
      </p:pic>
      <p:grpSp>
        <p:nvGrpSpPr>
          <p:cNvPr id="1009" name="그룹 1009"/>
          <p:cNvGrpSpPr/>
          <p:nvPr/>
        </p:nvGrpSpPr>
        <p:grpSpPr>
          <a:xfrm>
            <a:off x="9778683" y="3781161"/>
            <a:ext cx="7018730" cy="3612425"/>
            <a:chOff x="9778683" y="3781161"/>
            <a:chExt cx="7018730" cy="3612425"/>
          </a:xfrm>
        </p:grpSpPr>
        <p:pic>
          <p:nvPicPr>
            <p:cNvPr id="35" name="Object 34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778683" y="3781161"/>
              <a:ext cx="7018730" cy="3612425"/>
            </a:xfrm>
            <a:prstGeom prst="rect">
              <a:avLst/>
            </a:prstGeom>
          </p:spPr>
        </p:pic>
      </p:grpSp>
      <p:grpSp>
        <p:nvGrpSpPr>
          <p:cNvPr id="1010" name="그룹 1010"/>
          <p:cNvGrpSpPr/>
          <p:nvPr/>
        </p:nvGrpSpPr>
        <p:grpSpPr>
          <a:xfrm>
            <a:off x="11211912" y="3413239"/>
            <a:ext cx="4152273" cy="757572"/>
            <a:chOff x="11211912" y="3413239"/>
            <a:chExt cx="4152273" cy="757572"/>
          </a:xfrm>
        </p:grpSpPr>
        <p:pic>
          <p:nvPicPr>
            <p:cNvPr id="38" name="Object 37"/>
            <p:cNvPicPr>
              <a:picLocks noChangeAspect="1"/>
            </p:cNvPicPr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1211912" y="3413239"/>
              <a:ext cx="4152273" cy="757572"/>
            </a:xfrm>
            <a:prstGeom prst="rect">
              <a:avLst/>
            </a:prstGeom>
          </p:spPr>
        </p:pic>
      </p:grpSp>
      <p:pic>
        <p:nvPicPr>
          <p:cNvPr id="40" name="Object 39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10796647" y="3426580"/>
            <a:ext cx="4652347" cy="886851"/>
          </a:xfrm>
          <a:prstGeom prst="rect">
            <a:avLst/>
          </a:prstGeom>
        </p:spPr>
      </p:pic>
      <p:pic>
        <p:nvPicPr>
          <p:cNvPr id="41" name="Object 40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10460659" y="4530059"/>
            <a:ext cx="4366878" cy="663478"/>
          </a:xfrm>
          <a:prstGeom prst="rect">
            <a:avLst/>
          </a:prstGeom>
        </p:spPr>
      </p:pic>
      <p:grpSp>
        <p:nvGrpSpPr>
          <p:cNvPr id="1011" name="그룹 1011"/>
          <p:cNvGrpSpPr/>
          <p:nvPr/>
        </p:nvGrpSpPr>
        <p:grpSpPr>
          <a:xfrm>
            <a:off x="10461842" y="5004299"/>
            <a:ext cx="5682510" cy="1976291"/>
            <a:chOff x="10461842" y="5004299"/>
            <a:chExt cx="5682510" cy="1976291"/>
          </a:xfrm>
        </p:grpSpPr>
        <p:pic>
          <p:nvPicPr>
            <p:cNvPr id="43" name="Object 42"/>
            <p:cNvPicPr>
              <a:picLocks noChangeAspect="1"/>
            </p:cNvPicPr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461842" y="5004299"/>
              <a:ext cx="5682510" cy="197629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76021" y="394766"/>
            <a:ext cx="17533673" cy="9496183"/>
            <a:chOff x="376021" y="394766"/>
            <a:chExt cx="17533673" cy="9496183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6021" y="394766"/>
              <a:ext cx="17533673" cy="9496183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0796991" y="3076919"/>
            <a:ext cx="4571429" cy="1951641"/>
            <a:chOff x="10796991" y="3076919"/>
            <a:chExt cx="4571429" cy="1951641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796991" y="3076919"/>
              <a:ext cx="4571429" cy="1951641"/>
            </a:xfrm>
            <a:prstGeom prst="rect">
              <a:avLst/>
            </a:prstGeom>
          </p:spPr>
        </p:pic>
      </p:grpSp>
      <p:pic>
        <p:nvPicPr>
          <p:cNvPr id="8" name="Object 7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0917070" y="2325940"/>
            <a:ext cx="4825790" cy="3695142"/>
          </a:xfrm>
          <a:prstGeom prst="rect">
            <a:avLst/>
          </a:prstGeom>
        </p:spPr>
      </p:pic>
      <p:grpSp>
        <p:nvGrpSpPr>
          <p:cNvPr id="1003" name="그룹 1003"/>
          <p:cNvGrpSpPr/>
          <p:nvPr/>
        </p:nvGrpSpPr>
        <p:grpSpPr>
          <a:xfrm>
            <a:off x="5739386" y="5227747"/>
            <a:ext cx="8506680" cy="1951641"/>
            <a:chOff x="5739386" y="5227747"/>
            <a:chExt cx="8506680" cy="1951641"/>
          </a:xfrm>
        </p:grpSpPr>
        <p:pic>
          <p:nvPicPr>
            <p:cNvPr id="10" name="Object 9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39386" y="5227747"/>
              <a:ext cx="8506680" cy="1951641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972313" y="5227747"/>
            <a:ext cx="4575243" cy="1951641"/>
            <a:chOff x="972313" y="5227747"/>
            <a:chExt cx="4575243" cy="1951641"/>
          </a:xfrm>
        </p:grpSpPr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72313" y="5227747"/>
              <a:ext cx="4575243" cy="1951641"/>
            </a:xfrm>
            <a:prstGeom prst="rect">
              <a:avLst/>
            </a:prstGeom>
          </p:spPr>
        </p:pic>
      </p:grpSp>
      <p:pic>
        <p:nvPicPr>
          <p:cNvPr id="15" name="Object 14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6050740" y="4459130"/>
            <a:ext cx="8487218" cy="3695142"/>
          </a:xfrm>
          <a:prstGeom prst="rect">
            <a:avLst/>
          </a:prstGeom>
        </p:spPr>
      </p:pic>
      <p:pic>
        <p:nvPicPr>
          <p:cNvPr id="16" name="Object 15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377074" y="4473194"/>
            <a:ext cx="6086447" cy="3695142"/>
          </a:xfrm>
          <a:prstGeom prst="rect">
            <a:avLst/>
          </a:prstGeom>
        </p:spPr>
      </p:pic>
      <p:grpSp>
        <p:nvGrpSpPr>
          <p:cNvPr id="1005" name="그룹 1005"/>
          <p:cNvGrpSpPr/>
          <p:nvPr/>
        </p:nvGrpSpPr>
        <p:grpSpPr>
          <a:xfrm>
            <a:off x="3885082" y="3076919"/>
            <a:ext cx="6703354" cy="1951641"/>
            <a:chOff x="3885082" y="3076919"/>
            <a:chExt cx="6703354" cy="1951641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885082" y="3076919"/>
              <a:ext cx="6703354" cy="1951641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14234578" y="2562352"/>
            <a:ext cx="2301109" cy="2381102"/>
            <a:chOff x="14234578" y="2562352"/>
            <a:chExt cx="2301109" cy="2381102"/>
          </a:xfrm>
        </p:grpSpPr>
        <p:pic>
          <p:nvPicPr>
            <p:cNvPr id="21" name="Object 20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4234578" y="2562352"/>
              <a:ext cx="2301109" cy="2381102"/>
            </a:xfrm>
            <a:prstGeom prst="rect">
              <a:avLst/>
            </a:prstGeom>
          </p:spPr>
        </p:pic>
      </p:grpSp>
      <p:pic>
        <p:nvPicPr>
          <p:cNvPr id="23" name="Object 22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3279087" y="2301090"/>
            <a:ext cx="8182418" cy="3733009"/>
          </a:xfrm>
          <a:prstGeom prst="rect">
            <a:avLst/>
          </a:prstGeom>
        </p:spPr>
      </p:pic>
      <p:grpSp>
        <p:nvGrpSpPr>
          <p:cNvPr id="1007" name="그룹 1007"/>
          <p:cNvGrpSpPr/>
          <p:nvPr/>
        </p:nvGrpSpPr>
        <p:grpSpPr>
          <a:xfrm>
            <a:off x="1085049" y="3076919"/>
            <a:ext cx="2579287" cy="1951641"/>
            <a:chOff x="1085049" y="3076919"/>
            <a:chExt cx="2579287" cy="1951641"/>
          </a:xfrm>
        </p:grpSpPr>
        <p:pic>
          <p:nvPicPr>
            <p:cNvPr id="25" name="Object 24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85049" y="3076919"/>
              <a:ext cx="2579287" cy="1951641"/>
            </a:xfrm>
            <a:prstGeom prst="rect">
              <a:avLst/>
            </a:prstGeom>
          </p:spPr>
        </p:pic>
      </p:grpSp>
      <p:pic>
        <p:nvPicPr>
          <p:cNvPr id="27" name="Object 26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967395" y="2364966"/>
            <a:ext cx="3339387" cy="3628929"/>
          </a:xfrm>
          <a:prstGeom prst="rect">
            <a:avLst/>
          </a:prstGeom>
        </p:spPr>
      </p:pic>
      <p:grpSp>
        <p:nvGrpSpPr>
          <p:cNvPr id="1008" name="그룹 1008"/>
          <p:cNvGrpSpPr/>
          <p:nvPr/>
        </p:nvGrpSpPr>
        <p:grpSpPr>
          <a:xfrm>
            <a:off x="14435643" y="5227747"/>
            <a:ext cx="2811092" cy="1951641"/>
            <a:chOff x="14435643" y="5227747"/>
            <a:chExt cx="2811092" cy="1951641"/>
          </a:xfrm>
        </p:grpSpPr>
        <p:pic>
          <p:nvPicPr>
            <p:cNvPr id="29" name="Object 28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4435643" y="5227747"/>
              <a:ext cx="2811092" cy="1951641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14606717" y="582524"/>
            <a:ext cx="3075943" cy="723760"/>
            <a:chOff x="14606717" y="582524"/>
            <a:chExt cx="3075943" cy="723760"/>
          </a:xfrm>
        </p:grpSpPr>
        <p:pic>
          <p:nvPicPr>
            <p:cNvPr id="32" name="Object 31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4606717" y="582524"/>
              <a:ext cx="3075943" cy="723760"/>
            </a:xfrm>
            <a:prstGeom prst="rect">
              <a:avLst/>
            </a:prstGeom>
          </p:spPr>
        </p:pic>
      </p:grpSp>
      <p:pic>
        <p:nvPicPr>
          <p:cNvPr id="34" name="Object 33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14580228" y="4451922"/>
            <a:ext cx="3350761" cy="3733009"/>
          </a:xfrm>
          <a:prstGeom prst="rect">
            <a:avLst/>
          </a:prstGeom>
        </p:spPr>
      </p:pic>
      <p:pic>
        <p:nvPicPr>
          <p:cNvPr id="35" name="Object 34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169422" y="8652937"/>
            <a:ext cx="16916816" cy="9518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55</Words>
  <Application>Microsoft Office PowerPoint</Application>
  <PresentationFormat>사용자 지정</PresentationFormat>
  <Paragraphs>15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8" baseType="lpstr">
      <vt:lpstr>HG꼬딕씨 80g</vt:lpstr>
      <vt:lpstr>HG꼬딕씨 99g</vt:lpstr>
      <vt:lpstr>HG꼬딕씨_Pro 60g</vt:lpstr>
      <vt:lpstr>HG꼬딕씨_Pro 80g</vt:lpstr>
      <vt:lpstr>Noto Sans KR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officegen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officegen</dc:creator>
  <cp:lastModifiedBy>진 한</cp:lastModifiedBy>
  <cp:revision>7</cp:revision>
  <dcterms:created xsi:type="dcterms:W3CDTF">2023-11-02T10:22:08Z</dcterms:created>
  <dcterms:modified xsi:type="dcterms:W3CDTF">2026-10-28T02:40:22Z</dcterms:modified>
</cp:coreProperties>
</file>